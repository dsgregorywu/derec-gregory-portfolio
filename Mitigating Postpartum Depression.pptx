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6858000" cy="9144000"/>
  <p:embeddedFontLst>
    <p:embeddedFont>
      <p:font typeface="Doppio One"/>
      <p:regular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Bebas Neue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oppioOne-regular.fntdata"/><Relationship Id="rId25" Type="http://schemas.openxmlformats.org/officeDocument/2006/relationships/slide" Target="slides/slide21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ato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7.xml"/><Relationship Id="rId33" Type="http://schemas.openxmlformats.org/officeDocument/2006/relationships/font" Target="fonts/Lato-italic.fntdata"/><Relationship Id="rId10" Type="http://schemas.openxmlformats.org/officeDocument/2006/relationships/slide" Target="slides/slide6.xml"/><Relationship Id="rId32" Type="http://schemas.openxmlformats.org/officeDocument/2006/relationships/font" Target="fonts/Lato-bold.fntdata"/><Relationship Id="rId13" Type="http://schemas.openxmlformats.org/officeDocument/2006/relationships/slide" Target="slides/slide9.xml"/><Relationship Id="rId35" Type="http://schemas.openxmlformats.org/officeDocument/2006/relationships/font" Target="fonts/BebasNeue-regular.fntdata"/><Relationship Id="rId12" Type="http://schemas.openxmlformats.org/officeDocument/2006/relationships/slide" Target="slides/slide8.xml"/><Relationship Id="rId34" Type="http://schemas.openxmlformats.org/officeDocument/2006/relationships/font" Target="fonts/Lato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08297d08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08297d08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e00f77ca7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e00f77ca7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fdee14d49d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fdee14d49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e1d838b627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e1d838b62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145298d78e0_0_37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145298d78e0_0_37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03030"/>
                </a:solidFill>
                <a:latin typeface="Lato"/>
                <a:ea typeface="Lato"/>
                <a:cs typeface="Lato"/>
                <a:sym typeface="Lato"/>
              </a:rPr>
              <a:t>Study participants identified 52 concerns. The top four were:</a:t>
            </a:r>
            <a:endParaRPr>
              <a:solidFill>
                <a:srgbClr val="30303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303030"/>
              </a:buClr>
              <a:buSzPts val="1050"/>
              <a:buFont typeface="Lato"/>
              <a:buChar char="●"/>
            </a:pPr>
            <a:r>
              <a:rPr lang="en" sz="1050">
                <a:solidFill>
                  <a:srgbClr val="303030"/>
                </a:solidFill>
                <a:latin typeface="Lato"/>
                <a:ea typeface="Lato"/>
                <a:cs typeface="Lato"/>
                <a:sym typeface="Lato"/>
              </a:rPr>
              <a:t>Closure of rural hospitals and health care services</a:t>
            </a:r>
            <a:endParaRPr sz="1050">
              <a:solidFill>
                <a:srgbClr val="30303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Font typeface="Lato"/>
              <a:buChar char="●"/>
            </a:pPr>
            <a:r>
              <a:rPr lang="en" sz="1050">
                <a:solidFill>
                  <a:srgbClr val="303030"/>
                </a:solidFill>
                <a:latin typeface="Lato"/>
                <a:ea typeface="Lato"/>
                <a:cs typeface="Lato"/>
                <a:sym typeface="Lato"/>
              </a:rPr>
              <a:t>Lack of Medicaid expansion</a:t>
            </a:r>
            <a:endParaRPr sz="1050">
              <a:solidFill>
                <a:srgbClr val="30303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Font typeface="Lato"/>
              <a:buChar char="●"/>
            </a:pPr>
            <a:r>
              <a:rPr lang="en" sz="1050">
                <a:solidFill>
                  <a:srgbClr val="303030"/>
                </a:solidFill>
                <a:latin typeface="Lato"/>
                <a:ea typeface="Lato"/>
                <a:cs typeface="Lato"/>
                <a:sym typeface="Lato"/>
              </a:rPr>
              <a:t>Limited availability of mental health services</a:t>
            </a:r>
            <a:endParaRPr sz="1050">
              <a:solidFill>
                <a:srgbClr val="30303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Font typeface="Lato"/>
              <a:buChar char="●"/>
            </a:pPr>
            <a:r>
              <a:rPr lang="en" sz="1050">
                <a:solidFill>
                  <a:srgbClr val="303030"/>
                </a:solidFill>
                <a:latin typeface="Lato"/>
                <a:ea typeface="Lato"/>
                <a:cs typeface="Lato"/>
                <a:sym typeface="Lato"/>
              </a:rPr>
              <a:t>Low public health funding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d749ee70dd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d749ee70dd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3030"/>
                </a:solidFill>
                <a:latin typeface="Lato"/>
                <a:ea typeface="Lato"/>
                <a:cs typeface="Lato"/>
                <a:sym typeface="Lato"/>
              </a:rPr>
              <a:t>Study participants identified 52 concerns. The top four were:</a:t>
            </a:r>
            <a:endParaRPr>
              <a:solidFill>
                <a:srgbClr val="30303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303030"/>
              </a:buClr>
              <a:buSzPts val="1050"/>
              <a:buFont typeface="Lato"/>
              <a:buChar char="●"/>
            </a:pPr>
            <a:r>
              <a:rPr lang="en" sz="1050">
                <a:solidFill>
                  <a:srgbClr val="303030"/>
                </a:solidFill>
                <a:latin typeface="Lato"/>
                <a:ea typeface="Lato"/>
                <a:cs typeface="Lato"/>
                <a:sym typeface="Lato"/>
              </a:rPr>
              <a:t>Closure of rural hospitals and health care services</a:t>
            </a:r>
            <a:endParaRPr sz="1050">
              <a:solidFill>
                <a:srgbClr val="30303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Font typeface="Lato"/>
              <a:buChar char="●"/>
            </a:pPr>
            <a:r>
              <a:rPr lang="en" sz="1050">
                <a:solidFill>
                  <a:srgbClr val="303030"/>
                </a:solidFill>
                <a:latin typeface="Lato"/>
                <a:ea typeface="Lato"/>
                <a:cs typeface="Lato"/>
                <a:sym typeface="Lato"/>
              </a:rPr>
              <a:t>Lack of Medicaid expansion</a:t>
            </a:r>
            <a:endParaRPr sz="1050">
              <a:solidFill>
                <a:srgbClr val="30303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Font typeface="Lato"/>
              <a:buChar char="●"/>
            </a:pPr>
            <a:r>
              <a:rPr lang="en" sz="1050">
                <a:solidFill>
                  <a:srgbClr val="303030"/>
                </a:solidFill>
                <a:latin typeface="Lato"/>
                <a:ea typeface="Lato"/>
                <a:cs typeface="Lato"/>
                <a:sym typeface="Lato"/>
              </a:rPr>
              <a:t>Limited availability of mental health services</a:t>
            </a:r>
            <a:endParaRPr sz="1050">
              <a:solidFill>
                <a:srgbClr val="30303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Font typeface="Lato"/>
              <a:buChar char="●"/>
            </a:pPr>
            <a:r>
              <a:rPr lang="en" sz="1050">
                <a:solidFill>
                  <a:srgbClr val="303030"/>
                </a:solidFill>
                <a:latin typeface="Lato"/>
                <a:ea typeface="Lato"/>
                <a:cs typeface="Lato"/>
                <a:sym typeface="Lato"/>
              </a:rPr>
              <a:t>Low public health funding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e1d838b627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e1d838b627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e1d838b627_4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e1d838b627_4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e00f77ca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e00f77ca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e00f77ca7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e00f77ca7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d749ee70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d749ee70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Derec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e1d838b627_4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e1d838b627_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d749ee70d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d749ee70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fdc8be9f5f_2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fdc8be9f5f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e1d838b627_4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e1d838b627_4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1159f37e880_0_1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1159f37e880_0_1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Samples who gained a score of 11-23 in Edinburgh depression survey were entered to the study.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d749ee70dd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3d749ee70dd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d749ee70d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d749ee70d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fdc8be9f5f_2_22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fdc8be9f5f_2_22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e1d838b627_4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e1d838b627_4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1d838b62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1d838b62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1331850" y="1477469"/>
            <a:ext cx="6480300" cy="200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44300" y="3564460"/>
            <a:ext cx="5466900" cy="4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-787946" y="2395798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21859" y="141549"/>
            <a:ext cx="1254597" cy="1503494"/>
            <a:chOff x="6382288" y="83496"/>
            <a:chExt cx="1287823" cy="1543311"/>
          </a:xfrm>
        </p:grpSpPr>
        <p:sp>
          <p:nvSpPr>
            <p:cNvPr id="14" name="Google Shape;14;p2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 txBox="1"/>
          <p:nvPr>
            <p:ph type="title"/>
          </p:nvPr>
        </p:nvSpPr>
        <p:spPr>
          <a:xfrm flipH="1">
            <a:off x="3687775" y="2767900"/>
            <a:ext cx="4743000" cy="912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3"/>
          <p:cNvSpPr txBox="1"/>
          <p:nvPr>
            <p:ph hasCustomPrompt="1" idx="2" type="title"/>
          </p:nvPr>
        </p:nvSpPr>
        <p:spPr>
          <a:xfrm flipH="1">
            <a:off x="5603113" y="1776715"/>
            <a:ext cx="912300" cy="9123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3687775" y="3759104"/>
            <a:ext cx="4743000" cy="42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miko SemiBold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" name="Google Shape;27;p3"/>
          <p:cNvSpPr/>
          <p:nvPr/>
        </p:nvSpPr>
        <p:spPr>
          <a:xfrm>
            <a:off x="-650463" y="94984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 rot="-5400000">
            <a:off x="-729421" y="2025728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13225" y="1109525"/>
            <a:ext cx="7704000" cy="34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4"/>
          <p:cNvSpPr/>
          <p:nvPr/>
        </p:nvSpPr>
        <p:spPr>
          <a:xfrm>
            <a:off x="-957088" y="342496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" name="Google Shape;34;p4"/>
          <p:cNvGrpSpPr/>
          <p:nvPr/>
        </p:nvGrpSpPr>
        <p:grpSpPr>
          <a:xfrm>
            <a:off x="7482343" y="3791990"/>
            <a:ext cx="1618021" cy="1939016"/>
            <a:chOff x="6382288" y="83496"/>
            <a:chExt cx="1287823" cy="1543311"/>
          </a:xfrm>
        </p:grpSpPr>
        <p:sp>
          <p:nvSpPr>
            <p:cNvPr id="35" name="Google Shape;35;p4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1322240" y="1675849"/>
            <a:ext cx="3852000" cy="4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2" type="subTitle"/>
          </p:nvPr>
        </p:nvSpPr>
        <p:spPr>
          <a:xfrm>
            <a:off x="1322240" y="2087274"/>
            <a:ext cx="38520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3" type="subTitle"/>
          </p:nvPr>
        </p:nvSpPr>
        <p:spPr>
          <a:xfrm>
            <a:off x="1322240" y="2971323"/>
            <a:ext cx="3852000" cy="4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4" type="subTitle"/>
          </p:nvPr>
        </p:nvSpPr>
        <p:spPr>
          <a:xfrm>
            <a:off x="1322240" y="3382649"/>
            <a:ext cx="3852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" name="Google Shape;50;p5"/>
          <p:cNvSpPr/>
          <p:nvPr/>
        </p:nvSpPr>
        <p:spPr>
          <a:xfrm>
            <a:off x="8071587" y="539496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7812268" y="2884490"/>
            <a:ext cx="1618021" cy="1939016"/>
            <a:chOff x="6382288" y="83496"/>
            <a:chExt cx="1287823" cy="1543311"/>
          </a:xfrm>
        </p:grpSpPr>
        <p:sp>
          <p:nvSpPr>
            <p:cNvPr id="52" name="Google Shape;52;p5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" name="Google Shape;63;p6"/>
          <p:cNvSpPr/>
          <p:nvPr/>
        </p:nvSpPr>
        <p:spPr>
          <a:xfrm>
            <a:off x="-888913" y="710771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8145129" y="-596952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" name="Google Shape;65;p6"/>
          <p:cNvGrpSpPr/>
          <p:nvPr/>
        </p:nvGrpSpPr>
        <p:grpSpPr>
          <a:xfrm>
            <a:off x="8145118" y="3349860"/>
            <a:ext cx="1618021" cy="1939016"/>
            <a:chOff x="6382288" y="83496"/>
            <a:chExt cx="1287823" cy="1543311"/>
          </a:xfrm>
        </p:grpSpPr>
        <p:sp>
          <p:nvSpPr>
            <p:cNvPr id="66" name="Google Shape;66;p6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" name="Google Shape;74;p6"/>
          <p:cNvSpPr/>
          <p:nvPr/>
        </p:nvSpPr>
        <p:spPr>
          <a:xfrm rot="-5400000">
            <a:off x="-631071" y="3873240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 txBox="1"/>
          <p:nvPr>
            <p:ph type="title"/>
          </p:nvPr>
        </p:nvSpPr>
        <p:spPr>
          <a:xfrm>
            <a:off x="4200525" y="1225375"/>
            <a:ext cx="42303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7"/>
          <p:cNvSpPr txBox="1"/>
          <p:nvPr>
            <p:ph idx="1" type="body"/>
          </p:nvPr>
        </p:nvSpPr>
        <p:spPr>
          <a:xfrm>
            <a:off x="4200525" y="1873925"/>
            <a:ext cx="4230300" cy="20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7"/>
          <p:cNvSpPr/>
          <p:nvPr>
            <p:ph idx="2" type="pic"/>
          </p:nvPr>
        </p:nvSpPr>
        <p:spPr>
          <a:xfrm>
            <a:off x="918925" y="975450"/>
            <a:ext cx="2912700" cy="319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"/>
          <p:cNvSpPr txBox="1"/>
          <p:nvPr>
            <p:ph type="title"/>
          </p:nvPr>
        </p:nvSpPr>
        <p:spPr>
          <a:xfrm>
            <a:off x="2314050" y="1425750"/>
            <a:ext cx="4515900" cy="2292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3" name="Google Shape;83;p8"/>
          <p:cNvSpPr/>
          <p:nvPr/>
        </p:nvSpPr>
        <p:spPr>
          <a:xfrm rot="-5400000">
            <a:off x="5220779" y="-1093847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-536738" y="3502559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7525981" y="3447915"/>
            <a:ext cx="1618021" cy="1939016"/>
            <a:chOff x="6382288" y="83496"/>
            <a:chExt cx="1287823" cy="1543311"/>
          </a:xfrm>
        </p:grpSpPr>
        <p:sp>
          <p:nvSpPr>
            <p:cNvPr id="86" name="Google Shape;86;p8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/>
          <p:nvPr/>
        </p:nvSpPr>
        <p:spPr>
          <a:xfrm>
            <a:off x="8297612" y="856034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 txBox="1"/>
          <p:nvPr>
            <p:ph type="title"/>
          </p:nvPr>
        </p:nvSpPr>
        <p:spPr>
          <a:xfrm>
            <a:off x="2652450" y="1807983"/>
            <a:ext cx="3839100" cy="753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8" name="Google Shape;98;p9"/>
          <p:cNvSpPr txBox="1"/>
          <p:nvPr>
            <p:ph idx="1" type="subTitle"/>
          </p:nvPr>
        </p:nvSpPr>
        <p:spPr>
          <a:xfrm>
            <a:off x="2652450" y="2521981"/>
            <a:ext cx="3839100" cy="16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"/>
          <p:cNvSpPr/>
          <p:nvPr/>
        </p:nvSpPr>
        <p:spPr>
          <a:xfrm>
            <a:off x="-471138" y="1855334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-411844" y="-712135"/>
            <a:ext cx="1618021" cy="1939016"/>
            <a:chOff x="6382288" y="83496"/>
            <a:chExt cx="1287823" cy="1543311"/>
          </a:xfrm>
        </p:grpSpPr>
        <p:sp>
          <p:nvSpPr>
            <p:cNvPr id="101" name="Google Shape;101;p9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9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"/>
          <p:cNvSpPr txBox="1"/>
          <p:nvPr>
            <p:ph type="title"/>
          </p:nvPr>
        </p:nvSpPr>
        <p:spPr>
          <a:xfrm>
            <a:off x="2082150" y="3448650"/>
            <a:ext cx="4979700" cy="129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" name="Google Shape;112;p10"/>
          <p:cNvSpPr/>
          <p:nvPr/>
        </p:nvSpPr>
        <p:spPr>
          <a:xfrm>
            <a:off x="-895088" y="760684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-741046" y="3307936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114" name="Google Shape;114;p10"/>
          <p:cNvGrpSpPr/>
          <p:nvPr/>
        </p:nvGrpSpPr>
        <p:grpSpPr>
          <a:xfrm>
            <a:off x="7525981" y="3204490"/>
            <a:ext cx="1618021" cy="1939016"/>
            <a:chOff x="6382288" y="83496"/>
            <a:chExt cx="1287823" cy="1543311"/>
          </a:xfrm>
        </p:grpSpPr>
        <p:sp>
          <p:nvSpPr>
            <p:cNvPr id="115" name="Google Shape;115;p10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0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0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0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0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0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10"/>
          <p:cNvSpPr/>
          <p:nvPr/>
        </p:nvSpPr>
        <p:spPr>
          <a:xfrm rot="-5400000">
            <a:off x="8648704" y="809378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"/>
          <p:cNvSpPr txBox="1"/>
          <p:nvPr>
            <p:ph hasCustomPrompt="1" type="title"/>
          </p:nvPr>
        </p:nvSpPr>
        <p:spPr>
          <a:xfrm>
            <a:off x="1961850" y="1807582"/>
            <a:ext cx="5220300" cy="16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7" name="Google Shape;127;p11"/>
          <p:cNvSpPr txBox="1"/>
          <p:nvPr>
            <p:ph idx="1" type="subTitle"/>
          </p:nvPr>
        </p:nvSpPr>
        <p:spPr>
          <a:xfrm>
            <a:off x="1961850" y="3568019"/>
            <a:ext cx="5220300" cy="40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miko SemiBold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8" name="Google Shape;128;p11"/>
          <p:cNvSpPr/>
          <p:nvPr/>
        </p:nvSpPr>
        <p:spPr>
          <a:xfrm>
            <a:off x="8402137" y="3471984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"/>
          <p:cNvSpPr/>
          <p:nvPr/>
        </p:nvSpPr>
        <p:spPr>
          <a:xfrm>
            <a:off x="7894429" y="318336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130" name="Google Shape;130;p11"/>
          <p:cNvGrpSpPr/>
          <p:nvPr/>
        </p:nvGrpSpPr>
        <p:grpSpPr>
          <a:xfrm>
            <a:off x="-537394" y="3098290"/>
            <a:ext cx="1618021" cy="1939016"/>
            <a:chOff x="6382288" y="83496"/>
            <a:chExt cx="1287823" cy="1543311"/>
          </a:xfrm>
        </p:grpSpPr>
        <p:sp>
          <p:nvSpPr>
            <p:cNvPr id="131" name="Google Shape;131;p11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1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1"/>
          <p:cNvSpPr/>
          <p:nvPr/>
        </p:nvSpPr>
        <p:spPr>
          <a:xfrm rot="-5400000">
            <a:off x="-457796" y="454878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"/>
          <p:cNvSpPr txBox="1"/>
          <p:nvPr>
            <p:ph idx="1" type="subTitle"/>
          </p:nvPr>
        </p:nvSpPr>
        <p:spPr>
          <a:xfrm>
            <a:off x="2376150" y="1566600"/>
            <a:ext cx="24885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2" type="subTitle"/>
          </p:nvPr>
        </p:nvSpPr>
        <p:spPr>
          <a:xfrm>
            <a:off x="5029650" y="1564800"/>
            <a:ext cx="2488500" cy="58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3"/>
          <p:cNvSpPr txBox="1"/>
          <p:nvPr>
            <p:ph hasCustomPrompt="1" type="title"/>
          </p:nvPr>
        </p:nvSpPr>
        <p:spPr>
          <a:xfrm>
            <a:off x="1625850" y="1566600"/>
            <a:ext cx="585300" cy="5853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13"/>
          <p:cNvSpPr txBox="1"/>
          <p:nvPr>
            <p:ph idx="3"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" name="Google Shape;147;p13"/>
          <p:cNvSpPr txBox="1"/>
          <p:nvPr>
            <p:ph idx="4" type="subTitle"/>
          </p:nvPr>
        </p:nvSpPr>
        <p:spPr>
          <a:xfrm>
            <a:off x="2376150" y="2534575"/>
            <a:ext cx="24885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8" name="Google Shape;148;p13"/>
          <p:cNvSpPr txBox="1"/>
          <p:nvPr>
            <p:ph idx="5" type="subTitle"/>
          </p:nvPr>
        </p:nvSpPr>
        <p:spPr>
          <a:xfrm>
            <a:off x="5029650" y="2532775"/>
            <a:ext cx="2488500" cy="58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3"/>
          <p:cNvSpPr txBox="1"/>
          <p:nvPr>
            <p:ph hasCustomPrompt="1" idx="6" type="title"/>
          </p:nvPr>
        </p:nvSpPr>
        <p:spPr>
          <a:xfrm>
            <a:off x="1625850" y="2534575"/>
            <a:ext cx="585300" cy="5853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0" name="Google Shape;150;p13"/>
          <p:cNvSpPr txBox="1"/>
          <p:nvPr>
            <p:ph idx="7" type="subTitle"/>
          </p:nvPr>
        </p:nvSpPr>
        <p:spPr>
          <a:xfrm>
            <a:off x="2376150" y="3502550"/>
            <a:ext cx="24885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1" name="Google Shape;151;p13"/>
          <p:cNvSpPr txBox="1"/>
          <p:nvPr>
            <p:ph idx="8" type="subTitle"/>
          </p:nvPr>
        </p:nvSpPr>
        <p:spPr>
          <a:xfrm>
            <a:off x="5029650" y="3500750"/>
            <a:ext cx="2488500" cy="58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3"/>
          <p:cNvSpPr txBox="1"/>
          <p:nvPr>
            <p:ph hasCustomPrompt="1" idx="9" type="title"/>
          </p:nvPr>
        </p:nvSpPr>
        <p:spPr>
          <a:xfrm>
            <a:off x="1625850" y="3502550"/>
            <a:ext cx="585300" cy="5853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3" name="Google Shape;153;p13"/>
          <p:cNvSpPr/>
          <p:nvPr/>
        </p:nvSpPr>
        <p:spPr>
          <a:xfrm>
            <a:off x="-536738" y="3502559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"/>
          <p:cNvSpPr/>
          <p:nvPr/>
        </p:nvSpPr>
        <p:spPr>
          <a:xfrm>
            <a:off x="-793746" y="539511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155" name="Google Shape;155;p13"/>
          <p:cNvGrpSpPr/>
          <p:nvPr/>
        </p:nvGrpSpPr>
        <p:grpSpPr>
          <a:xfrm>
            <a:off x="7525981" y="3204490"/>
            <a:ext cx="1618021" cy="1939016"/>
            <a:chOff x="6382288" y="83496"/>
            <a:chExt cx="1287823" cy="1543311"/>
          </a:xfrm>
        </p:grpSpPr>
        <p:sp>
          <p:nvSpPr>
            <p:cNvPr id="156" name="Google Shape;156;p13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13"/>
          <p:cNvSpPr/>
          <p:nvPr/>
        </p:nvSpPr>
        <p:spPr>
          <a:xfrm rot="-5400000">
            <a:off x="8588779" y="926928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8" name="Google Shape;168;p14"/>
          <p:cNvSpPr/>
          <p:nvPr/>
        </p:nvSpPr>
        <p:spPr>
          <a:xfrm rot="-5400000">
            <a:off x="8106729" y="3752803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"/>
          <p:cNvSpPr/>
          <p:nvPr/>
        </p:nvSpPr>
        <p:spPr>
          <a:xfrm>
            <a:off x="-886663" y="1789096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"/>
          <p:cNvSpPr/>
          <p:nvPr/>
        </p:nvSpPr>
        <p:spPr>
          <a:xfrm>
            <a:off x="-793746" y="3835161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171" name="Google Shape;171;p14"/>
          <p:cNvGrpSpPr/>
          <p:nvPr/>
        </p:nvGrpSpPr>
        <p:grpSpPr>
          <a:xfrm>
            <a:off x="8430781" y="147690"/>
            <a:ext cx="1618021" cy="1939016"/>
            <a:chOff x="6382288" y="83496"/>
            <a:chExt cx="1287823" cy="1543311"/>
          </a:xfrm>
        </p:grpSpPr>
        <p:sp>
          <p:nvSpPr>
            <p:cNvPr id="172" name="Google Shape;172;p14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3" name="Google Shape;183;p15"/>
          <p:cNvSpPr/>
          <p:nvPr/>
        </p:nvSpPr>
        <p:spPr>
          <a:xfrm rot="-5400000">
            <a:off x="3763329" y="4295903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7781087" y="-1025804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"/>
          <p:cNvSpPr/>
          <p:nvPr/>
        </p:nvSpPr>
        <p:spPr>
          <a:xfrm>
            <a:off x="-1143671" y="2304336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186" name="Google Shape;186;p15"/>
          <p:cNvGrpSpPr/>
          <p:nvPr/>
        </p:nvGrpSpPr>
        <p:grpSpPr>
          <a:xfrm>
            <a:off x="8430856" y="1877615"/>
            <a:ext cx="1618021" cy="1939016"/>
            <a:chOff x="6382288" y="83496"/>
            <a:chExt cx="1287823" cy="1543311"/>
          </a:xfrm>
        </p:grpSpPr>
        <p:sp>
          <p:nvSpPr>
            <p:cNvPr id="187" name="Google Shape;187;p15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4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"/>
          <p:cNvSpPr/>
          <p:nvPr/>
        </p:nvSpPr>
        <p:spPr>
          <a:xfrm>
            <a:off x="-741863" y="119234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 rot="-5400000">
            <a:off x="-163746" y="3668053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"/>
          <p:cNvSpPr txBox="1"/>
          <p:nvPr>
            <p:ph idx="1" type="subTitle"/>
          </p:nvPr>
        </p:nvSpPr>
        <p:spPr>
          <a:xfrm>
            <a:off x="713225" y="1240825"/>
            <a:ext cx="3858900" cy="20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16"/>
          <p:cNvSpPr txBox="1"/>
          <p:nvPr>
            <p:ph type="title"/>
          </p:nvPr>
        </p:nvSpPr>
        <p:spPr>
          <a:xfrm>
            <a:off x="713225" y="3329950"/>
            <a:ext cx="38589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1" name="Google Shape;201;p16"/>
          <p:cNvSpPr/>
          <p:nvPr>
            <p:ph idx="2" type="pic"/>
          </p:nvPr>
        </p:nvSpPr>
        <p:spPr>
          <a:xfrm>
            <a:off x="5060450" y="975450"/>
            <a:ext cx="2912700" cy="319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"/>
          <p:cNvSpPr txBox="1"/>
          <p:nvPr>
            <p:ph idx="1" type="subTitle"/>
          </p:nvPr>
        </p:nvSpPr>
        <p:spPr>
          <a:xfrm>
            <a:off x="4572006" y="2783098"/>
            <a:ext cx="3828300" cy="7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type="title"/>
          </p:nvPr>
        </p:nvSpPr>
        <p:spPr>
          <a:xfrm>
            <a:off x="4572005" y="1569902"/>
            <a:ext cx="3828300" cy="127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6" name="Google Shape;206;p17"/>
          <p:cNvSpPr/>
          <p:nvPr/>
        </p:nvSpPr>
        <p:spPr>
          <a:xfrm>
            <a:off x="-989938" y="3204509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871554" y="-746364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208" name="Google Shape;208;p17"/>
          <p:cNvGrpSpPr/>
          <p:nvPr/>
        </p:nvGrpSpPr>
        <p:grpSpPr>
          <a:xfrm rot="-812777">
            <a:off x="8334966" y="2945620"/>
            <a:ext cx="1618090" cy="1939098"/>
            <a:chOff x="6382288" y="83496"/>
            <a:chExt cx="1287823" cy="1543311"/>
          </a:xfrm>
        </p:grpSpPr>
        <p:sp>
          <p:nvSpPr>
            <p:cNvPr id="209" name="Google Shape;209;p17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" name="Google Shape;217;p17"/>
          <p:cNvSpPr/>
          <p:nvPr/>
        </p:nvSpPr>
        <p:spPr>
          <a:xfrm rot="-5400000">
            <a:off x="5663654" y="4058028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2115450" y="3142300"/>
            <a:ext cx="4913100" cy="8013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8"/>
          <p:cNvSpPr txBox="1"/>
          <p:nvPr>
            <p:ph type="title"/>
          </p:nvPr>
        </p:nvSpPr>
        <p:spPr>
          <a:xfrm>
            <a:off x="2115450" y="1580900"/>
            <a:ext cx="4913100" cy="1409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2" name="Google Shape;222;p18"/>
          <p:cNvSpPr/>
          <p:nvPr/>
        </p:nvSpPr>
        <p:spPr>
          <a:xfrm>
            <a:off x="8334162" y="854959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8145129" y="3458336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18"/>
          <p:cNvGrpSpPr/>
          <p:nvPr/>
        </p:nvGrpSpPr>
        <p:grpSpPr>
          <a:xfrm>
            <a:off x="-484507" y="539490"/>
            <a:ext cx="1618021" cy="1939016"/>
            <a:chOff x="6382288" y="83496"/>
            <a:chExt cx="1287823" cy="1543311"/>
          </a:xfrm>
        </p:grpSpPr>
        <p:sp>
          <p:nvSpPr>
            <p:cNvPr id="225" name="Google Shape;225;p18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18"/>
          <p:cNvSpPr/>
          <p:nvPr/>
        </p:nvSpPr>
        <p:spPr>
          <a:xfrm rot="-5400000">
            <a:off x="-628833" y="2967628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"/>
          <p:cNvSpPr txBox="1"/>
          <p:nvPr>
            <p:ph idx="1" type="body"/>
          </p:nvPr>
        </p:nvSpPr>
        <p:spPr>
          <a:xfrm>
            <a:off x="1261050" y="1109525"/>
            <a:ext cx="6621900" cy="12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7" name="Google Shape;237;p19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8" name="Google Shape;238;p19"/>
          <p:cNvSpPr/>
          <p:nvPr/>
        </p:nvSpPr>
        <p:spPr>
          <a:xfrm>
            <a:off x="8402137" y="-5379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-603921" y="3996836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8270629" y="3242311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243" name="Google Shape;243;p20"/>
          <p:cNvGrpSpPr/>
          <p:nvPr/>
        </p:nvGrpSpPr>
        <p:grpSpPr>
          <a:xfrm>
            <a:off x="-904794" y="1398990"/>
            <a:ext cx="1618021" cy="1939016"/>
            <a:chOff x="6382288" y="83496"/>
            <a:chExt cx="1287823" cy="1543311"/>
          </a:xfrm>
        </p:grpSpPr>
        <p:sp>
          <p:nvSpPr>
            <p:cNvPr id="244" name="Google Shape;244;p20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" name="Google Shape;252;p20"/>
          <p:cNvSpPr/>
          <p:nvPr/>
        </p:nvSpPr>
        <p:spPr>
          <a:xfrm rot="-5400000">
            <a:off x="8688579" y="109803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-302688" y="4028209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0"/>
          <p:cNvSpPr/>
          <p:nvPr/>
        </p:nvSpPr>
        <p:spPr>
          <a:xfrm rot="-5400000">
            <a:off x="1595229" y="-1032947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"/>
          <p:cNvSpPr txBox="1"/>
          <p:nvPr>
            <p:ph idx="1" type="body"/>
          </p:nvPr>
        </p:nvSpPr>
        <p:spPr>
          <a:xfrm>
            <a:off x="4279225" y="3055750"/>
            <a:ext cx="41517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  <a:defRPr/>
            </a:lvl9pPr>
          </a:lstStyle>
          <a:p/>
        </p:txBody>
      </p:sp>
      <p:sp>
        <p:nvSpPr>
          <p:cNvPr id="256" name="Google Shape;256;p20"/>
          <p:cNvSpPr txBox="1"/>
          <p:nvPr>
            <p:ph type="title"/>
          </p:nvPr>
        </p:nvSpPr>
        <p:spPr>
          <a:xfrm>
            <a:off x="4279225" y="1230350"/>
            <a:ext cx="4151700" cy="1825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7" name="Google Shape;257;p20"/>
          <p:cNvSpPr/>
          <p:nvPr>
            <p:ph idx="2" type="pic"/>
          </p:nvPr>
        </p:nvSpPr>
        <p:spPr>
          <a:xfrm>
            <a:off x="918925" y="975450"/>
            <a:ext cx="2912700" cy="319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 txBox="1"/>
          <p:nvPr>
            <p:ph idx="1" type="subTitle"/>
          </p:nvPr>
        </p:nvSpPr>
        <p:spPr>
          <a:xfrm>
            <a:off x="1123650" y="3720519"/>
            <a:ext cx="6896700" cy="5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1"/>
          <p:cNvSpPr txBox="1"/>
          <p:nvPr>
            <p:ph type="title"/>
          </p:nvPr>
        </p:nvSpPr>
        <p:spPr>
          <a:xfrm>
            <a:off x="1123650" y="3037094"/>
            <a:ext cx="6896700" cy="68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2" name="Google Shape;262;p21"/>
          <p:cNvSpPr/>
          <p:nvPr/>
        </p:nvSpPr>
        <p:spPr>
          <a:xfrm>
            <a:off x="8144212" y="9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"/>
          <p:cNvSpPr/>
          <p:nvPr/>
        </p:nvSpPr>
        <p:spPr>
          <a:xfrm>
            <a:off x="8020354" y="3067686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" name="Google Shape;264;p21"/>
          <p:cNvGrpSpPr/>
          <p:nvPr/>
        </p:nvGrpSpPr>
        <p:grpSpPr>
          <a:xfrm>
            <a:off x="-629119" y="3395815"/>
            <a:ext cx="1618021" cy="1939016"/>
            <a:chOff x="6382288" y="83496"/>
            <a:chExt cx="1287823" cy="1543311"/>
          </a:xfrm>
        </p:grpSpPr>
        <p:sp>
          <p:nvSpPr>
            <p:cNvPr id="265" name="Google Shape;265;p21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1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1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" name="Google Shape;273;p21"/>
          <p:cNvSpPr/>
          <p:nvPr/>
        </p:nvSpPr>
        <p:spPr>
          <a:xfrm rot="-5400000">
            <a:off x="-729421" y="394953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22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 txBox="1"/>
          <p:nvPr>
            <p:ph idx="1" type="subTitle"/>
          </p:nvPr>
        </p:nvSpPr>
        <p:spPr>
          <a:xfrm>
            <a:off x="1861531" y="2674500"/>
            <a:ext cx="3103500" cy="10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22"/>
          <p:cNvSpPr txBox="1"/>
          <p:nvPr>
            <p:ph type="title"/>
          </p:nvPr>
        </p:nvSpPr>
        <p:spPr>
          <a:xfrm>
            <a:off x="1861531" y="1395600"/>
            <a:ext cx="3103500" cy="127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8" name="Google Shape;278;p22"/>
          <p:cNvSpPr/>
          <p:nvPr/>
        </p:nvSpPr>
        <p:spPr>
          <a:xfrm>
            <a:off x="8178437" y="539509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-860921" y="1537048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0" name="Google Shape;280;p22"/>
          <p:cNvGrpSpPr/>
          <p:nvPr/>
        </p:nvGrpSpPr>
        <p:grpSpPr>
          <a:xfrm>
            <a:off x="-312894" y="-729960"/>
            <a:ext cx="1618021" cy="1939016"/>
            <a:chOff x="6382288" y="83496"/>
            <a:chExt cx="1287823" cy="1543311"/>
          </a:xfrm>
        </p:grpSpPr>
        <p:sp>
          <p:nvSpPr>
            <p:cNvPr id="281" name="Google Shape;281;p22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22"/>
          <p:cNvSpPr/>
          <p:nvPr/>
        </p:nvSpPr>
        <p:spPr>
          <a:xfrm rot="-5400000">
            <a:off x="-351846" y="3957653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0" name="Google Shape;290;p22"/>
          <p:cNvGrpSpPr/>
          <p:nvPr/>
        </p:nvGrpSpPr>
        <p:grpSpPr>
          <a:xfrm>
            <a:off x="8178431" y="3499603"/>
            <a:ext cx="1618021" cy="1939016"/>
            <a:chOff x="6382288" y="83496"/>
            <a:chExt cx="1287823" cy="1543311"/>
          </a:xfrm>
        </p:grpSpPr>
        <p:sp>
          <p:nvSpPr>
            <p:cNvPr id="291" name="Google Shape;291;p22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7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3"/>
          <p:cNvSpPr txBox="1"/>
          <p:nvPr>
            <p:ph idx="1" type="subTitle"/>
          </p:nvPr>
        </p:nvSpPr>
        <p:spPr>
          <a:xfrm>
            <a:off x="1665724" y="3283874"/>
            <a:ext cx="2432700" cy="5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2" name="Google Shape;302;p23"/>
          <p:cNvSpPr txBox="1"/>
          <p:nvPr>
            <p:ph idx="2" type="subTitle"/>
          </p:nvPr>
        </p:nvSpPr>
        <p:spPr>
          <a:xfrm>
            <a:off x="1665723" y="3802876"/>
            <a:ext cx="2432700" cy="5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23"/>
          <p:cNvSpPr txBox="1"/>
          <p:nvPr>
            <p:ph idx="3" type="subTitle"/>
          </p:nvPr>
        </p:nvSpPr>
        <p:spPr>
          <a:xfrm>
            <a:off x="5045573" y="3802876"/>
            <a:ext cx="2432700" cy="5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23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5" name="Google Shape;305;p23"/>
          <p:cNvSpPr txBox="1"/>
          <p:nvPr>
            <p:ph idx="4" type="subTitle"/>
          </p:nvPr>
        </p:nvSpPr>
        <p:spPr>
          <a:xfrm>
            <a:off x="5045573" y="3283874"/>
            <a:ext cx="2432700" cy="5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6" name="Google Shape;306;p23"/>
          <p:cNvSpPr/>
          <p:nvPr/>
        </p:nvSpPr>
        <p:spPr>
          <a:xfrm>
            <a:off x="-680363" y="658296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-680383" y="3865711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308" name="Google Shape;308;p23"/>
          <p:cNvGrpSpPr/>
          <p:nvPr/>
        </p:nvGrpSpPr>
        <p:grpSpPr>
          <a:xfrm rot="3734386">
            <a:off x="7665682" y="3992731"/>
            <a:ext cx="1618030" cy="1939027"/>
            <a:chOff x="6382288" y="83496"/>
            <a:chExt cx="1287823" cy="1543311"/>
          </a:xfrm>
        </p:grpSpPr>
        <p:sp>
          <p:nvSpPr>
            <p:cNvPr id="309" name="Google Shape;309;p23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3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3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3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3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3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3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23"/>
          <p:cNvSpPr/>
          <p:nvPr/>
        </p:nvSpPr>
        <p:spPr>
          <a:xfrm rot="-5400000">
            <a:off x="8526679" y="-493447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7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4"/>
          <p:cNvSpPr txBox="1"/>
          <p:nvPr>
            <p:ph idx="1" type="body"/>
          </p:nvPr>
        </p:nvSpPr>
        <p:spPr>
          <a:xfrm>
            <a:off x="964838" y="1414325"/>
            <a:ext cx="3495900" cy="27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1" name="Google Shape;321;p24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2" name="Google Shape;322;p24"/>
          <p:cNvSpPr txBox="1"/>
          <p:nvPr>
            <p:ph idx="2" type="body"/>
          </p:nvPr>
        </p:nvSpPr>
        <p:spPr>
          <a:xfrm>
            <a:off x="4683262" y="1414325"/>
            <a:ext cx="3495900" cy="27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3" name="Google Shape;323;p24"/>
          <p:cNvSpPr/>
          <p:nvPr/>
        </p:nvSpPr>
        <p:spPr>
          <a:xfrm>
            <a:off x="-450788" y="3816772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8265767" y="670573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24"/>
          <p:cNvSpPr/>
          <p:nvPr/>
        </p:nvSpPr>
        <p:spPr>
          <a:xfrm rot="-5400000">
            <a:off x="8094729" y="3566478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3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5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5"/>
          <p:cNvSpPr txBox="1"/>
          <p:nvPr>
            <p:ph idx="1" type="subTitle"/>
          </p:nvPr>
        </p:nvSpPr>
        <p:spPr>
          <a:xfrm>
            <a:off x="713225" y="2419350"/>
            <a:ext cx="2568000" cy="5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2" type="subTitle"/>
          </p:nvPr>
        </p:nvSpPr>
        <p:spPr>
          <a:xfrm>
            <a:off x="713225" y="2959275"/>
            <a:ext cx="2568000" cy="8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25"/>
          <p:cNvSpPr txBox="1"/>
          <p:nvPr>
            <p:ph idx="3" type="subTitle"/>
          </p:nvPr>
        </p:nvSpPr>
        <p:spPr>
          <a:xfrm>
            <a:off x="3284645" y="2959275"/>
            <a:ext cx="2568000" cy="8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25"/>
          <p:cNvSpPr txBox="1"/>
          <p:nvPr>
            <p:ph idx="4" type="subTitle"/>
          </p:nvPr>
        </p:nvSpPr>
        <p:spPr>
          <a:xfrm>
            <a:off x="5856065" y="2959275"/>
            <a:ext cx="2568000" cy="8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25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3" name="Google Shape;333;p25"/>
          <p:cNvSpPr txBox="1"/>
          <p:nvPr>
            <p:ph idx="5" type="subTitle"/>
          </p:nvPr>
        </p:nvSpPr>
        <p:spPr>
          <a:xfrm>
            <a:off x="3284645" y="2419350"/>
            <a:ext cx="2568000" cy="5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4" name="Google Shape;334;p25"/>
          <p:cNvSpPr txBox="1"/>
          <p:nvPr>
            <p:ph idx="6" type="subTitle"/>
          </p:nvPr>
        </p:nvSpPr>
        <p:spPr>
          <a:xfrm>
            <a:off x="5856065" y="2419350"/>
            <a:ext cx="2568000" cy="5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5" name="Google Shape;335;p25"/>
          <p:cNvSpPr/>
          <p:nvPr/>
        </p:nvSpPr>
        <p:spPr>
          <a:xfrm>
            <a:off x="-680363" y="658296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5"/>
          <p:cNvSpPr/>
          <p:nvPr/>
        </p:nvSpPr>
        <p:spPr>
          <a:xfrm>
            <a:off x="-416883" y="3648836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337" name="Google Shape;337;p25"/>
          <p:cNvGrpSpPr/>
          <p:nvPr/>
        </p:nvGrpSpPr>
        <p:grpSpPr>
          <a:xfrm rot="3734386">
            <a:off x="7506932" y="3629906"/>
            <a:ext cx="1618030" cy="1939027"/>
            <a:chOff x="6382288" y="83496"/>
            <a:chExt cx="1287823" cy="1543311"/>
          </a:xfrm>
        </p:grpSpPr>
        <p:sp>
          <p:nvSpPr>
            <p:cNvPr id="338" name="Google Shape;338;p25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5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5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5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5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5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5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6" name="Google Shape;346;p25"/>
          <p:cNvSpPr/>
          <p:nvPr/>
        </p:nvSpPr>
        <p:spPr>
          <a:xfrm rot="-5400000">
            <a:off x="8039829" y="-493447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3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6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6"/>
          <p:cNvSpPr txBox="1"/>
          <p:nvPr>
            <p:ph idx="1" type="subTitle"/>
          </p:nvPr>
        </p:nvSpPr>
        <p:spPr>
          <a:xfrm>
            <a:off x="1405800" y="1616100"/>
            <a:ext cx="3166800" cy="5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0" name="Google Shape;350;p26"/>
          <p:cNvSpPr txBox="1"/>
          <p:nvPr>
            <p:ph idx="2" type="subTitle"/>
          </p:nvPr>
        </p:nvSpPr>
        <p:spPr>
          <a:xfrm>
            <a:off x="5258747" y="1616100"/>
            <a:ext cx="3166800" cy="5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1" name="Google Shape;351;p26"/>
          <p:cNvSpPr txBox="1"/>
          <p:nvPr>
            <p:ph idx="3" type="subTitle"/>
          </p:nvPr>
        </p:nvSpPr>
        <p:spPr>
          <a:xfrm>
            <a:off x="1405800" y="3105150"/>
            <a:ext cx="3166800" cy="5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4" type="subTitle"/>
          </p:nvPr>
        </p:nvSpPr>
        <p:spPr>
          <a:xfrm>
            <a:off x="5258749" y="2058923"/>
            <a:ext cx="3166800" cy="6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26"/>
          <p:cNvSpPr txBox="1"/>
          <p:nvPr>
            <p:ph idx="5" type="subTitle"/>
          </p:nvPr>
        </p:nvSpPr>
        <p:spPr>
          <a:xfrm>
            <a:off x="1405800" y="3547975"/>
            <a:ext cx="3166800" cy="6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26"/>
          <p:cNvSpPr txBox="1"/>
          <p:nvPr>
            <p:ph idx="6" type="subTitle"/>
          </p:nvPr>
        </p:nvSpPr>
        <p:spPr>
          <a:xfrm>
            <a:off x="5258749" y="3547975"/>
            <a:ext cx="3166800" cy="6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26"/>
          <p:cNvSpPr txBox="1"/>
          <p:nvPr>
            <p:ph idx="7" type="subTitle"/>
          </p:nvPr>
        </p:nvSpPr>
        <p:spPr>
          <a:xfrm>
            <a:off x="1405800" y="2058923"/>
            <a:ext cx="3166800" cy="6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26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7" name="Google Shape;357;p26"/>
          <p:cNvSpPr txBox="1"/>
          <p:nvPr>
            <p:ph idx="8" type="subTitle"/>
          </p:nvPr>
        </p:nvSpPr>
        <p:spPr>
          <a:xfrm>
            <a:off x="5258747" y="3105150"/>
            <a:ext cx="3166800" cy="5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8" name="Google Shape;358;p26"/>
          <p:cNvSpPr/>
          <p:nvPr/>
        </p:nvSpPr>
        <p:spPr>
          <a:xfrm>
            <a:off x="-385238" y="4006946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6"/>
          <p:cNvSpPr/>
          <p:nvPr/>
        </p:nvSpPr>
        <p:spPr>
          <a:xfrm rot="9050306">
            <a:off x="-1235760" y="1475757"/>
            <a:ext cx="1997685" cy="1901131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60" name="Google Shape;360;p26"/>
          <p:cNvSpPr/>
          <p:nvPr/>
        </p:nvSpPr>
        <p:spPr>
          <a:xfrm rot="-5400000">
            <a:off x="7744729" y="3756653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1" name="Google Shape;361;p26"/>
          <p:cNvGrpSpPr/>
          <p:nvPr/>
        </p:nvGrpSpPr>
        <p:grpSpPr>
          <a:xfrm rot="-1537247">
            <a:off x="8166314" y="254513"/>
            <a:ext cx="1618070" cy="1939075"/>
            <a:chOff x="6382288" y="83496"/>
            <a:chExt cx="1287823" cy="1543311"/>
          </a:xfrm>
        </p:grpSpPr>
        <p:sp>
          <p:nvSpPr>
            <p:cNvPr id="362" name="Google Shape;362;p26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23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7"/>
          <p:cNvSpPr txBox="1"/>
          <p:nvPr>
            <p:ph idx="1" type="subTitle"/>
          </p:nvPr>
        </p:nvSpPr>
        <p:spPr>
          <a:xfrm>
            <a:off x="2084486" y="2019350"/>
            <a:ext cx="23340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2" type="subTitle"/>
          </p:nvPr>
        </p:nvSpPr>
        <p:spPr>
          <a:xfrm>
            <a:off x="4725508" y="2019350"/>
            <a:ext cx="23340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4" name="Google Shape;374;p27"/>
          <p:cNvSpPr txBox="1"/>
          <p:nvPr>
            <p:ph idx="3" type="subTitle"/>
          </p:nvPr>
        </p:nvSpPr>
        <p:spPr>
          <a:xfrm>
            <a:off x="763975" y="3586800"/>
            <a:ext cx="23340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5" name="Google Shape;375;p27"/>
          <p:cNvSpPr txBox="1"/>
          <p:nvPr>
            <p:ph idx="4" type="subTitle"/>
          </p:nvPr>
        </p:nvSpPr>
        <p:spPr>
          <a:xfrm>
            <a:off x="2087600" y="1581138"/>
            <a:ext cx="233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27"/>
          <p:cNvSpPr txBox="1"/>
          <p:nvPr>
            <p:ph idx="5" type="subTitle"/>
          </p:nvPr>
        </p:nvSpPr>
        <p:spPr>
          <a:xfrm>
            <a:off x="4726550" y="1581138"/>
            <a:ext cx="233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27"/>
          <p:cNvSpPr txBox="1"/>
          <p:nvPr>
            <p:ph idx="6" type="subTitle"/>
          </p:nvPr>
        </p:nvSpPr>
        <p:spPr>
          <a:xfrm>
            <a:off x="768125" y="3148581"/>
            <a:ext cx="233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27"/>
          <p:cNvSpPr txBox="1"/>
          <p:nvPr>
            <p:ph idx="7" type="subTitle"/>
          </p:nvPr>
        </p:nvSpPr>
        <p:spPr>
          <a:xfrm>
            <a:off x="3407075" y="3148581"/>
            <a:ext cx="233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27"/>
          <p:cNvSpPr txBox="1"/>
          <p:nvPr>
            <p:ph idx="8" type="subTitle"/>
          </p:nvPr>
        </p:nvSpPr>
        <p:spPr>
          <a:xfrm>
            <a:off x="6046025" y="3148600"/>
            <a:ext cx="233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27"/>
          <p:cNvSpPr txBox="1"/>
          <p:nvPr>
            <p:ph idx="9" type="subTitle"/>
          </p:nvPr>
        </p:nvSpPr>
        <p:spPr>
          <a:xfrm>
            <a:off x="3404997" y="3586800"/>
            <a:ext cx="23340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1" name="Google Shape;381;p27"/>
          <p:cNvSpPr txBox="1"/>
          <p:nvPr>
            <p:ph idx="13" type="subTitle"/>
          </p:nvPr>
        </p:nvSpPr>
        <p:spPr>
          <a:xfrm>
            <a:off x="6046019" y="3586800"/>
            <a:ext cx="23340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3" name="Google Shape;383;p27"/>
          <p:cNvSpPr/>
          <p:nvPr/>
        </p:nvSpPr>
        <p:spPr>
          <a:xfrm>
            <a:off x="-871188" y="1264784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7"/>
          <p:cNvSpPr/>
          <p:nvPr/>
        </p:nvSpPr>
        <p:spPr>
          <a:xfrm>
            <a:off x="8145129" y="-173314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5" name="Google Shape;385;p27"/>
          <p:cNvGrpSpPr/>
          <p:nvPr/>
        </p:nvGrpSpPr>
        <p:grpSpPr>
          <a:xfrm>
            <a:off x="7935206" y="3869990"/>
            <a:ext cx="1618021" cy="1939016"/>
            <a:chOff x="6382288" y="83496"/>
            <a:chExt cx="1287823" cy="1543311"/>
          </a:xfrm>
        </p:grpSpPr>
        <p:sp>
          <p:nvSpPr>
            <p:cNvPr id="386" name="Google Shape;386;p27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7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7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7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4" name="Google Shape;394;p27"/>
          <p:cNvSpPr/>
          <p:nvPr/>
        </p:nvSpPr>
        <p:spPr>
          <a:xfrm rot="-5400000">
            <a:off x="-189221" y="4105978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5" name="Google Shape;395;p27"/>
          <p:cNvGrpSpPr/>
          <p:nvPr/>
        </p:nvGrpSpPr>
        <p:grpSpPr>
          <a:xfrm>
            <a:off x="-354694" y="-969510"/>
            <a:ext cx="1618021" cy="1939016"/>
            <a:chOff x="6382288" y="83496"/>
            <a:chExt cx="1287823" cy="1543311"/>
          </a:xfrm>
        </p:grpSpPr>
        <p:sp>
          <p:nvSpPr>
            <p:cNvPr id="396" name="Google Shape;396;p27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7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7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7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7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7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7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8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8"/>
          <p:cNvSpPr txBox="1"/>
          <p:nvPr>
            <p:ph idx="1" type="subTitle"/>
          </p:nvPr>
        </p:nvSpPr>
        <p:spPr>
          <a:xfrm>
            <a:off x="711275" y="1638350"/>
            <a:ext cx="2334000" cy="4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7" name="Google Shape;407;p28"/>
          <p:cNvSpPr txBox="1"/>
          <p:nvPr>
            <p:ph idx="2" type="subTitle"/>
          </p:nvPr>
        </p:nvSpPr>
        <p:spPr>
          <a:xfrm>
            <a:off x="3400937" y="1638350"/>
            <a:ext cx="2334000" cy="4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8" name="Google Shape;408;p28"/>
          <p:cNvSpPr txBox="1"/>
          <p:nvPr>
            <p:ph idx="3" type="subTitle"/>
          </p:nvPr>
        </p:nvSpPr>
        <p:spPr>
          <a:xfrm>
            <a:off x="6090599" y="1638350"/>
            <a:ext cx="2334000" cy="4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9" name="Google Shape;409;p28"/>
          <p:cNvSpPr txBox="1"/>
          <p:nvPr>
            <p:ph idx="4" type="subTitle"/>
          </p:nvPr>
        </p:nvSpPr>
        <p:spPr>
          <a:xfrm>
            <a:off x="711275" y="3053400"/>
            <a:ext cx="2334000" cy="4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0" name="Google Shape;410;p28"/>
          <p:cNvSpPr txBox="1"/>
          <p:nvPr>
            <p:ph idx="5" type="subTitle"/>
          </p:nvPr>
        </p:nvSpPr>
        <p:spPr>
          <a:xfrm>
            <a:off x="715426" y="2000238"/>
            <a:ext cx="23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>
            <p:ph idx="6" type="subTitle"/>
          </p:nvPr>
        </p:nvSpPr>
        <p:spPr>
          <a:xfrm>
            <a:off x="3403016" y="2000238"/>
            <a:ext cx="23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28"/>
          <p:cNvSpPr txBox="1"/>
          <p:nvPr>
            <p:ph idx="7" type="subTitle"/>
          </p:nvPr>
        </p:nvSpPr>
        <p:spPr>
          <a:xfrm>
            <a:off x="715426" y="3415281"/>
            <a:ext cx="23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28"/>
          <p:cNvSpPr txBox="1"/>
          <p:nvPr>
            <p:ph idx="8" type="subTitle"/>
          </p:nvPr>
        </p:nvSpPr>
        <p:spPr>
          <a:xfrm>
            <a:off x="3403016" y="3415281"/>
            <a:ext cx="23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28"/>
          <p:cNvSpPr txBox="1"/>
          <p:nvPr>
            <p:ph idx="9" type="subTitle"/>
          </p:nvPr>
        </p:nvSpPr>
        <p:spPr>
          <a:xfrm>
            <a:off x="6090606" y="2000244"/>
            <a:ext cx="23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28"/>
          <p:cNvSpPr txBox="1"/>
          <p:nvPr>
            <p:ph idx="13" type="subTitle"/>
          </p:nvPr>
        </p:nvSpPr>
        <p:spPr>
          <a:xfrm>
            <a:off x="6090606" y="3415300"/>
            <a:ext cx="23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28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28"/>
          <p:cNvSpPr txBox="1"/>
          <p:nvPr>
            <p:ph idx="14" type="subTitle"/>
          </p:nvPr>
        </p:nvSpPr>
        <p:spPr>
          <a:xfrm>
            <a:off x="3400937" y="3053400"/>
            <a:ext cx="2334000" cy="4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8" name="Google Shape;418;p28"/>
          <p:cNvSpPr txBox="1"/>
          <p:nvPr>
            <p:ph idx="15" type="subTitle"/>
          </p:nvPr>
        </p:nvSpPr>
        <p:spPr>
          <a:xfrm>
            <a:off x="6090599" y="3053400"/>
            <a:ext cx="2334000" cy="4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9" name="Google Shape;419;p28"/>
          <p:cNvSpPr/>
          <p:nvPr/>
        </p:nvSpPr>
        <p:spPr>
          <a:xfrm>
            <a:off x="-289838" y="-492029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8"/>
          <p:cNvSpPr/>
          <p:nvPr/>
        </p:nvSpPr>
        <p:spPr>
          <a:xfrm>
            <a:off x="8297379" y="-492027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421" name="Google Shape;421;p28"/>
          <p:cNvGrpSpPr/>
          <p:nvPr/>
        </p:nvGrpSpPr>
        <p:grpSpPr>
          <a:xfrm rot="4115746">
            <a:off x="7132002" y="3889433"/>
            <a:ext cx="1617959" cy="1938942"/>
            <a:chOff x="6382288" y="83496"/>
            <a:chExt cx="1287823" cy="1543311"/>
          </a:xfrm>
        </p:grpSpPr>
        <p:sp>
          <p:nvSpPr>
            <p:cNvPr id="422" name="Google Shape;422;p28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8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8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8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8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8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8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8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0" name="Google Shape;430;p28"/>
          <p:cNvSpPr/>
          <p:nvPr/>
        </p:nvSpPr>
        <p:spPr>
          <a:xfrm rot="-5400000">
            <a:off x="1148854" y="3901828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1" name="Google Shape;431;p28"/>
          <p:cNvGrpSpPr/>
          <p:nvPr/>
        </p:nvGrpSpPr>
        <p:grpSpPr>
          <a:xfrm>
            <a:off x="-1058032" y="1750440"/>
            <a:ext cx="1618021" cy="1939016"/>
            <a:chOff x="6382288" y="83496"/>
            <a:chExt cx="1287823" cy="1543311"/>
          </a:xfrm>
        </p:grpSpPr>
        <p:sp>
          <p:nvSpPr>
            <p:cNvPr id="432" name="Google Shape;432;p28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8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8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8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8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8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8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8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BLANK_1_1_1_1_1_2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9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9"/>
          <p:cNvSpPr txBox="1"/>
          <p:nvPr>
            <p:ph idx="1" type="subTitle"/>
          </p:nvPr>
        </p:nvSpPr>
        <p:spPr>
          <a:xfrm>
            <a:off x="715313" y="1333550"/>
            <a:ext cx="2334000" cy="4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3" name="Google Shape;443;p29"/>
          <p:cNvSpPr txBox="1"/>
          <p:nvPr>
            <p:ph idx="2" type="subTitle"/>
          </p:nvPr>
        </p:nvSpPr>
        <p:spPr>
          <a:xfrm>
            <a:off x="723487" y="2460175"/>
            <a:ext cx="2334000" cy="4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4" name="Google Shape;444;p29"/>
          <p:cNvSpPr txBox="1"/>
          <p:nvPr>
            <p:ph idx="3" type="subTitle"/>
          </p:nvPr>
        </p:nvSpPr>
        <p:spPr>
          <a:xfrm>
            <a:off x="6094637" y="1333550"/>
            <a:ext cx="2334000" cy="4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5" name="Google Shape;445;p29"/>
          <p:cNvSpPr txBox="1"/>
          <p:nvPr>
            <p:ph idx="4" type="subTitle"/>
          </p:nvPr>
        </p:nvSpPr>
        <p:spPr>
          <a:xfrm>
            <a:off x="715313" y="3586800"/>
            <a:ext cx="2334000" cy="4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6" name="Google Shape;446;p29"/>
          <p:cNvSpPr txBox="1"/>
          <p:nvPr>
            <p:ph idx="5" type="subTitle"/>
          </p:nvPr>
        </p:nvSpPr>
        <p:spPr>
          <a:xfrm>
            <a:off x="719463" y="1695438"/>
            <a:ext cx="23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29"/>
          <p:cNvSpPr txBox="1"/>
          <p:nvPr>
            <p:ph idx="6" type="subTitle"/>
          </p:nvPr>
        </p:nvSpPr>
        <p:spPr>
          <a:xfrm>
            <a:off x="723486" y="2822063"/>
            <a:ext cx="23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29"/>
          <p:cNvSpPr txBox="1"/>
          <p:nvPr>
            <p:ph idx="7" type="subTitle"/>
          </p:nvPr>
        </p:nvSpPr>
        <p:spPr>
          <a:xfrm>
            <a:off x="719463" y="3948681"/>
            <a:ext cx="23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29"/>
          <p:cNvSpPr txBox="1"/>
          <p:nvPr>
            <p:ph idx="8" type="subTitle"/>
          </p:nvPr>
        </p:nvSpPr>
        <p:spPr>
          <a:xfrm>
            <a:off x="6094588" y="2822069"/>
            <a:ext cx="23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29"/>
          <p:cNvSpPr txBox="1"/>
          <p:nvPr>
            <p:ph idx="9" type="subTitle"/>
          </p:nvPr>
        </p:nvSpPr>
        <p:spPr>
          <a:xfrm>
            <a:off x="6094643" y="1695444"/>
            <a:ext cx="23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29"/>
          <p:cNvSpPr txBox="1"/>
          <p:nvPr>
            <p:ph idx="13" type="subTitle"/>
          </p:nvPr>
        </p:nvSpPr>
        <p:spPr>
          <a:xfrm>
            <a:off x="6094643" y="3948700"/>
            <a:ext cx="23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p29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3" name="Google Shape;453;p29"/>
          <p:cNvSpPr txBox="1"/>
          <p:nvPr>
            <p:ph idx="14" type="subTitle"/>
          </p:nvPr>
        </p:nvSpPr>
        <p:spPr>
          <a:xfrm>
            <a:off x="6094687" y="2460188"/>
            <a:ext cx="2334000" cy="4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4" name="Google Shape;454;p29"/>
          <p:cNvSpPr txBox="1"/>
          <p:nvPr>
            <p:ph idx="15" type="subTitle"/>
          </p:nvPr>
        </p:nvSpPr>
        <p:spPr>
          <a:xfrm>
            <a:off x="6094637" y="3586800"/>
            <a:ext cx="2334000" cy="4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5" name="Google Shape;455;p29"/>
          <p:cNvSpPr/>
          <p:nvPr/>
        </p:nvSpPr>
        <p:spPr>
          <a:xfrm>
            <a:off x="-545063" y="3700534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9"/>
          <p:cNvSpPr/>
          <p:nvPr/>
        </p:nvSpPr>
        <p:spPr>
          <a:xfrm>
            <a:off x="-879471" y="223861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457" name="Google Shape;457;p29"/>
          <p:cNvGrpSpPr/>
          <p:nvPr/>
        </p:nvGrpSpPr>
        <p:grpSpPr>
          <a:xfrm>
            <a:off x="8205331" y="3189340"/>
            <a:ext cx="1618021" cy="1939016"/>
            <a:chOff x="6382288" y="83496"/>
            <a:chExt cx="1287823" cy="1543311"/>
          </a:xfrm>
        </p:grpSpPr>
        <p:sp>
          <p:nvSpPr>
            <p:cNvPr id="458" name="Google Shape;458;p29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6" name="Google Shape;466;p29"/>
          <p:cNvSpPr/>
          <p:nvPr/>
        </p:nvSpPr>
        <p:spPr>
          <a:xfrm rot="-5400000">
            <a:off x="8727517" y="141503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0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0"/>
          <p:cNvSpPr txBox="1"/>
          <p:nvPr>
            <p:ph idx="1" type="subTitle"/>
          </p:nvPr>
        </p:nvSpPr>
        <p:spPr>
          <a:xfrm>
            <a:off x="711425" y="3641250"/>
            <a:ext cx="2631900" cy="4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0" name="Google Shape;470;p30"/>
          <p:cNvSpPr txBox="1"/>
          <p:nvPr>
            <p:ph idx="2" type="subTitle"/>
          </p:nvPr>
        </p:nvSpPr>
        <p:spPr>
          <a:xfrm>
            <a:off x="711425" y="1255775"/>
            <a:ext cx="2631900" cy="4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1" name="Google Shape;471;p30"/>
          <p:cNvSpPr txBox="1"/>
          <p:nvPr>
            <p:ph idx="3" type="subTitle"/>
          </p:nvPr>
        </p:nvSpPr>
        <p:spPr>
          <a:xfrm>
            <a:off x="711425" y="2448513"/>
            <a:ext cx="2631900" cy="4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2" name="Google Shape;472;p30"/>
          <p:cNvSpPr txBox="1"/>
          <p:nvPr>
            <p:ph hasCustomPrompt="1" type="title"/>
          </p:nvPr>
        </p:nvSpPr>
        <p:spPr>
          <a:xfrm>
            <a:off x="7292206" y="2448549"/>
            <a:ext cx="925200" cy="499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73" name="Google Shape;473;p30"/>
          <p:cNvSpPr txBox="1"/>
          <p:nvPr>
            <p:ph hasCustomPrompt="1" idx="4" type="title"/>
          </p:nvPr>
        </p:nvSpPr>
        <p:spPr>
          <a:xfrm>
            <a:off x="7292199" y="3641276"/>
            <a:ext cx="925200" cy="499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74" name="Google Shape;474;p30"/>
          <p:cNvSpPr txBox="1"/>
          <p:nvPr>
            <p:ph hasCustomPrompt="1" idx="5" type="title"/>
          </p:nvPr>
        </p:nvSpPr>
        <p:spPr>
          <a:xfrm>
            <a:off x="7292279" y="1255775"/>
            <a:ext cx="925200" cy="499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75" name="Google Shape;475;p30"/>
          <p:cNvSpPr txBox="1"/>
          <p:nvPr>
            <p:ph idx="6" type="subTitle"/>
          </p:nvPr>
        </p:nvSpPr>
        <p:spPr>
          <a:xfrm>
            <a:off x="713225" y="2833988"/>
            <a:ext cx="26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0"/>
          <p:cNvSpPr txBox="1"/>
          <p:nvPr>
            <p:ph idx="7" type="subTitle"/>
          </p:nvPr>
        </p:nvSpPr>
        <p:spPr>
          <a:xfrm>
            <a:off x="713225" y="4026725"/>
            <a:ext cx="26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30"/>
          <p:cNvSpPr txBox="1"/>
          <p:nvPr>
            <p:ph idx="8" type="subTitle"/>
          </p:nvPr>
        </p:nvSpPr>
        <p:spPr>
          <a:xfrm>
            <a:off x="713225" y="1641250"/>
            <a:ext cx="26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30"/>
          <p:cNvSpPr txBox="1"/>
          <p:nvPr>
            <p:ph idx="9"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9" name="Google Shape;479;p30"/>
          <p:cNvSpPr/>
          <p:nvPr/>
        </p:nvSpPr>
        <p:spPr>
          <a:xfrm>
            <a:off x="8430787" y="539509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0"/>
          <p:cNvSpPr/>
          <p:nvPr/>
        </p:nvSpPr>
        <p:spPr>
          <a:xfrm>
            <a:off x="8334154" y="3194998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1" name="Google Shape;481;p30"/>
          <p:cNvGrpSpPr/>
          <p:nvPr/>
        </p:nvGrpSpPr>
        <p:grpSpPr>
          <a:xfrm>
            <a:off x="-904794" y="-532335"/>
            <a:ext cx="1618021" cy="1939016"/>
            <a:chOff x="6382288" y="83496"/>
            <a:chExt cx="1287823" cy="1543311"/>
          </a:xfrm>
        </p:grpSpPr>
        <p:sp>
          <p:nvSpPr>
            <p:cNvPr id="482" name="Google Shape;482;p30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0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0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0" name="Google Shape;490;p30"/>
          <p:cNvSpPr/>
          <p:nvPr/>
        </p:nvSpPr>
        <p:spPr>
          <a:xfrm rot="-5400000">
            <a:off x="-825208" y="3837553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16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1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1"/>
          <p:cNvSpPr txBox="1"/>
          <p:nvPr>
            <p:ph hasCustomPrompt="1" type="title"/>
          </p:nvPr>
        </p:nvSpPr>
        <p:spPr>
          <a:xfrm>
            <a:off x="2273847" y="463300"/>
            <a:ext cx="4596300" cy="747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4" name="Google Shape;494;p31"/>
          <p:cNvSpPr txBox="1"/>
          <p:nvPr>
            <p:ph idx="1" type="subTitle"/>
          </p:nvPr>
        </p:nvSpPr>
        <p:spPr>
          <a:xfrm>
            <a:off x="2273847" y="1230200"/>
            <a:ext cx="4596300" cy="40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95" name="Google Shape;495;p31"/>
          <p:cNvSpPr txBox="1"/>
          <p:nvPr>
            <p:ph hasCustomPrompt="1" idx="2" type="title"/>
          </p:nvPr>
        </p:nvSpPr>
        <p:spPr>
          <a:xfrm>
            <a:off x="2273847" y="3425125"/>
            <a:ext cx="4596300" cy="747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6" name="Google Shape;496;p31"/>
          <p:cNvSpPr txBox="1"/>
          <p:nvPr>
            <p:ph idx="3" type="subTitle"/>
          </p:nvPr>
        </p:nvSpPr>
        <p:spPr>
          <a:xfrm>
            <a:off x="2273847" y="4192025"/>
            <a:ext cx="4596300" cy="40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97" name="Google Shape;497;p31"/>
          <p:cNvSpPr txBox="1"/>
          <p:nvPr>
            <p:ph hasCustomPrompt="1" idx="4" type="title"/>
          </p:nvPr>
        </p:nvSpPr>
        <p:spPr>
          <a:xfrm>
            <a:off x="2273853" y="1944213"/>
            <a:ext cx="4596300" cy="747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8" name="Google Shape;498;p31"/>
          <p:cNvSpPr txBox="1"/>
          <p:nvPr>
            <p:ph idx="5" type="subTitle"/>
          </p:nvPr>
        </p:nvSpPr>
        <p:spPr>
          <a:xfrm>
            <a:off x="2273853" y="2711113"/>
            <a:ext cx="4596300" cy="40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99" name="Google Shape;499;p31"/>
          <p:cNvSpPr/>
          <p:nvPr/>
        </p:nvSpPr>
        <p:spPr>
          <a:xfrm>
            <a:off x="443487" y="4103334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1"/>
          <p:cNvSpPr/>
          <p:nvPr/>
        </p:nvSpPr>
        <p:spPr>
          <a:xfrm>
            <a:off x="-998871" y="2246961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501" name="Google Shape;501;p31"/>
          <p:cNvGrpSpPr/>
          <p:nvPr/>
        </p:nvGrpSpPr>
        <p:grpSpPr>
          <a:xfrm>
            <a:off x="8133606" y="-136710"/>
            <a:ext cx="1618021" cy="1939016"/>
            <a:chOff x="6382288" y="83496"/>
            <a:chExt cx="1287823" cy="1543311"/>
          </a:xfrm>
        </p:grpSpPr>
        <p:sp>
          <p:nvSpPr>
            <p:cNvPr id="502" name="Google Shape;502;p31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1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1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1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1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1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1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1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p31"/>
          <p:cNvSpPr/>
          <p:nvPr/>
        </p:nvSpPr>
        <p:spPr>
          <a:xfrm rot="-5400000">
            <a:off x="-133371" y="-577247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1"/>
          <p:cNvSpPr/>
          <p:nvPr/>
        </p:nvSpPr>
        <p:spPr>
          <a:xfrm>
            <a:off x="8133612" y="4356271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1"/>
          <p:cNvSpPr/>
          <p:nvPr/>
        </p:nvSpPr>
        <p:spPr>
          <a:xfrm rot="-5400000">
            <a:off x="8356854" y="1977828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2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2"/>
          <p:cNvSpPr txBox="1"/>
          <p:nvPr>
            <p:ph type="ctrTitle"/>
          </p:nvPr>
        </p:nvSpPr>
        <p:spPr>
          <a:xfrm>
            <a:off x="2080650" y="539500"/>
            <a:ext cx="4982700" cy="92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6" name="Google Shape;516;p32"/>
          <p:cNvSpPr txBox="1"/>
          <p:nvPr>
            <p:ph idx="1" type="subTitle"/>
          </p:nvPr>
        </p:nvSpPr>
        <p:spPr>
          <a:xfrm>
            <a:off x="2080650" y="1463651"/>
            <a:ext cx="4982700" cy="12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7" name="Google Shape;517;p32"/>
          <p:cNvSpPr txBox="1"/>
          <p:nvPr/>
        </p:nvSpPr>
        <p:spPr>
          <a:xfrm>
            <a:off x="2547300" y="3895725"/>
            <a:ext cx="40494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32"/>
          <p:cNvSpPr/>
          <p:nvPr/>
        </p:nvSpPr>
        <p:spPr>
          <a:xfrm>
            <a:off x="8250412" y="670571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2"/>
          <p:cNvSpPr/>
          <p:nvPr/>
        </p:nvSpPr>
        <p:spPr>
          <a:xfrm>
            <a:off x="-732358" y="670573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520" name="Google Shape;520;p32"/>
          <p:cNvGrpSpPr/>
          <p:nvPr/>
        </p:nvGrpSpPr>
        <p:grpSpPr>
          <a:xfrm>
            <a:off x="7621768" y="3389840"/>
            <a:ext cx="1618021" cy="1939016"/>
            <a:chOff x="6382288" y="83496"/>
            <a:chExt cx="1287823" cy="1543311"/>
          </a:xfrm>
        </p:grpSpPr>
        <p:sp>
          <p:nvSpPr>
            <p:cNvPr id="521" name="Google Shape;521;p32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2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2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2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2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2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2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2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9" name="Google Shape;529;p32"/>
          <p:cNvSpPr/>
          <p:nvPr/>
        </p:nvSpPr>
        <p:spPr>
          <a:xfrm rot="-5400000">
            <a:off x="-116471" y="3566478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3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3"/>
          <p:cNvSpPr/>
          <p:nvPr/>
        </p:nvSpPr>
        <p:spPr>
          <a:xfrm>
            <a:off x="8402137" y="212121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3"/>
          <p:cNvSpPr/>
          <p:nvPr/>
        </p:nvSpPr>
        <p:spPr>
          <a:xfrm>
            <a:off x="-609358" y="-581752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534" name="Google Shape;534;p33"/>
          <p:cNvGrpSpPr/>
          <p:nvPr/>
        </p:nvGrpSpPr>
        <p:grpSpPr>
          <a:xfrm>
            <a:off x="7621768" y="3389840"/>
            <a:ext cx="1618021" cy="1939016"/>
            <a:chOff x="6382288" y="83496"/>
            <a:chExt cx="1287823" cy="1543311"/>
          </a:xfrm>
        </p:grpSpPr>
        <p:sp>
          <p:nvSpPr>
            <p:cNvPr id="535" name="Google Shape;535;p33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3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3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3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3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3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3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3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3" name="Google Shape;543;p33"/>
          <p:cNvSpPr/>
          <p:nvPr/>
        </p:nvSpPr>
        <p:spPr>
          <a:xfrm rot="-5400000">
            <a:off x="-729421" y="3790103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4"/>
          <p:cNvSpPr/>
          <p:nvPr/>
        </p:nvSpPr>
        <p:spPr>
          <a:xfrm>
            <a:off x="293925" y="279225"/>
            <a:ext cx="8560200" cy="46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4"/>
          <p:cNvSpPr/>
          <p:nvPr/>
        </p:nvSpPr>
        <p:spPr>
          <a:xfrm>
            <a:off x="8277362" y="402534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4"/>
          <p:cNvSpPr/>
          <p:nvPr/>
        </p:nvSpPr>
        <p:spPr>
          <a:xfrm>
            <a:off x="8145129" y="3433636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8" name="Google Shape;548;p34"/>
          <p:cNvGrpSpPr/>
          <p:nvPr/>
        </p:nvGrpSpPr>
        <p:grpSpPr>
          <a:xfrm>
            <a:off x="-809019" y="3105090"/>
            <a:ext cx="1618021" cy="1939016"/>
            <a:chOff x="6382288" y="83496"/>
            <a:chExt cx="1287823" cy="1543311"/>
          </a:xfrm>
        </p:grpSpPr>
        <p:sp>
          <p:nvSpPr>
            <p:cNvPr id="549" name="Google Shape;549;p34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4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4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4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4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4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4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4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7" name="Google Shape;557;p34"/>
          <p:cNvSpPr/>
          <p:nvPr/>
        </p:nvSpPr>
        <p:spPr>
          <a:xfrm rot="-5400000">
            <a:off x="-830071" y="-197047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oppio One"/>
              <a:buNone/>
              <a:defRPr sz="30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b="1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transition>
    <p:push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5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5"/>
          <p:cNvSpPr txBox="1"/>
          <p:nvPr>
            <p:ph idx="1" type="subTitle"/>
          </p:nvPr>
        </p:nvSpPr>
        <p:spPr>
          <a:xfrm>
            <a:off x="1838550" y="3477600"/>
            <a:ext cx="5466900" cy="3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Ctrl Alt Defeat</a:t>
            </a:r>
            <a:endParaRPr b="1" sz="1500"/>
          </a:p>
        </p:txBody>
      </p:sp>
      <p:sp>
        <p:nvSpPr>
          <p:cNvPr id="563" name="Google Shape;563;p35"/>
          <p:cNvSpPr txBox="1"/>
          <p:nvPr>
            <p:ph idx="1" type="subTitle"/>
          </p:nvPr>
        </p:nvSpPr>
        <p:spPr>
          <a:xfrm>
            <a:off x="1838550" y="3769007"/>
            <a:ext cx="5466900" cy="4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Florian Fingscheidt, Ben Webster, &amp; Derec Gregory </a:t>
            </a:r>
            <a:endParaRPr sz="1500"/>
          </a:p>
        </p:txBody>
      </p:sp>
      <p:sp>
        <p:nvSpPr>
          <p:cNvPr id="564" name="Google Shape;564;p35"/>
          <p:cNvSpPr txBox="1"/>
          <p:nvPr>
            <p:ph type="ctrTitle"/>
          </p:nvPr>
        </p:nvSpPr>
        <p:spPr>
          <a:xfrm>
            <a:off x="835350" y="565858"/>
            <a:ext cx="7473300" cy="315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/>
              <a:t>Postpartum Regression: </a:t>
            </a:r>
            <a:br>
              <a:rPr lang="en" sz="4300"/>
            </a:br>
            <a:r>
              <a:rPr lang="en" sz="3100"/>
              <a:t>Mitigating Postpartum Depression through Pre-Delivery Intervention</a:t>
            </a:r>
            <a:endParaRPr sz="3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/>
          </a:p>
        </p:txBody>
      </p:sp>
      <p:sp>
        <p:nvSpPr>
          <p:cNvPr id="565" name="Google Shape;565;p35"/>
          <p:cNvSpPr/>
          <p:nvPr/>
        </p:nvSpPr>
        <p:spPr>
          <a:xfrm>
            <a:off x="7116037" y="3955609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6" name="Google Shape;566;p35"/>
          <p:cNvGrpSpPr/>
          <p:nvPr/>
        </p:nvGrpSpPr>
        <p:grpSpPr>
          <a:xfrm>
            <a:off x="4186310" y="495506"/>
            <a:ext cx="782880" cy="639514"/>
            <a:chOff x="1190625" y="716000"/>
            <a:chExt cx="5219200" cy="4263425"/>
          </a:xfrm>
        </p:grpSpPr>
        <p:sp>
          <p:nvSpPr>
            <p:cNvPr id="567" name="Google Shape;567;p35"/>
            <p:cNvSpPr/>
            <p:nvPr/>
          </p:nvSpPr>
          <p:spPr>
            <a:xfrm>
              <a:off x="4602650" y="3716700"/>
              <a:ext cx="227550" cy="206675"/>
            </a:xfrm>
            <a:custGeom>
              <a:rect b="b" l="l" r="r" t="t"/>
              <a:pathLst>
                <a:path extrusionOk="0" h="8267" w="9102">
                  <a:moveTo>
                    <a:pt x="4608" y="1"/>
                  </a:moveTo>
                  <a:cubicBezTo>
                    <a:pt x="3547" y="1"/>
                    <a:pt x="2492" y="409"/>
                    <a:pt x="1697" y="1220"/>
                  </a:cubicBezTo>
                  <a:lnTo>
                    <a:pt x="1566" y="1351"/>
                  </a:lnTo>
                  <a:cubicBezTo>
                    <a:pt x="1" y="2949"/>
                    <a:pt x="33" y="5526"/>
                    <a:pt x="1632" y="7124"/>
                  </a:cubicBezTo>
                  <a:cubicBezTo>
                    <a:pt x="2414" y="7875"/>
                    <a:pt x="3458" y="8266"/>
                    <a:pt x="4469" y="8266"/>
                  </a:cubicBezTo>
                  <a:cubicBezTo>
                    <a:pt x="5546" y="8266"/>
                    <a:pt x="6590" y="7875"/>
                    <a:pt x="7405" y="7059"/>
                  </a:cubicBezTo>
                  <a:lnTo>
                    <a:pt x="7503" y="6929"/>
                  </a:lnTo>
                  <a:cubicBezTo>
                    <a:pt x="9101" y="5330"/>
                    <a:pt x="9069" y="2753"/>
                    <a:pt x="7470" y="1155"/>
                  </a:cubicBezTo>
                  <a:cubicBezTo>
                    <a:pt x="6668" y="384"/>
                    <a:pt x="5635" y="1"/>
                    <a:pt x="46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5"/>
            <p:cNvSpPr/>
            <p:nvPr/>
          </p:nvSpPr>
          <p:spPr>
            <a:xfrm>
              <a:off x="5038125" y="2304575"/>
              <a:ext cx="949275" cy="949275"/>
            </a:xfrm>
            <a:custGeom>
              <a:rect b="b" l="l" r="r" t="t"/>
              <a:pathLst>
                <a:path extrusionOk="0" h="37971" w="37971">
                  <a:moveTo>
                    <a:pt x="18985" y="1"/>
                  </a:moveTo>
                  <a:cubicBezTo>
                    <a:pt x="16735" y="1"/>
                    <a:pt x="14908" y="1827"/>
                    <a:pt x="14908" y="4078"/>
                  </a:cubicBezTo>
                  <a:lnTo>
                    <a:pt x="14908" y="14908"/>
                  </a:lnTo>
                  <a:lnTo>
                    <a:pt x="4078" y="14908"/>
                  </a:lnTo>
                  <a:cubicBezTo>
                    <a:pt x="1827" y="14908"/>
                    <a:pt x="1" y="16735"/>
                    <a:pt x="1" y="18985"/>
                  </a:cubicBezTo>
                  <a:cubicBezTo>
                    <a:pt x="1" y="21236"/>
                    <a:pt x="1827" y="23063"/>
                    <a:pt x="4078" y="23063"/>
                  </a:cubicBezTo>
                  <a:lnTo>
                    <a:pt x="14908" y="23063"/>
                  </a:lnTo>
                  <a:lnTo>
                    <a:pt x="14908" y="33893"/>
                  </a:lnTo>
                  <a:cubicBezTo>
                    <a:pt x="14908" y="36144"/>
                    <a:pt x="16735" y="37970"/>
                    <a:pt x="18985" y="37970"/>
                  </a:cubicBezTo>
                  <a:cubicBezTo>
                    <a:pt x="21236" y="37970"/>
                    <a:pt x="23063" y="36144"/>
                    <a:pt x="23063" y="33893"/>
                  </a:cubicBezTo>
                  <a:lnTo>
                    <a:pt x="23063" y="23063"/>
                  </a:lnTo>
                  <a:lnTo>
                    <a:pt x="33893" y="23063"/>
                  </a:lnTo>
                  <a:cubicBezTo>
                    <a:pt x="36143" y="23063"/>
                    <a:pt x="37970" y="21236"/>
                    <a:pt x="37970" y="18985"/>
                  </a:cubicBezTo>
                  <a:cubicBezTo>
                    <a:pt x="37970" y="16735"/>
                    <a:pt x="36143" y="14908"/>
                    <a:pt x="33893" y="14908"/>
                  </a:cubicBezTo>
                  <a:lnTo>
                    <a:pt x="23063" y="14908"/>
                  </a:lnTo>
                  <a:lnTo>
                    <a:pt x="23063" y="4078"/>
                  </a:lnTo>
                  <a:cubicBezTo>
                    <a:pt x="23063" y="1827"/>
                    <a:pt x="21236" y="1"/>
                    <a:pt x="189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5"/>
            <p:cNvSpPr/>
            <p:nvPr/>
          </p:nvSpPr>
          <p:spPr>
            <a:xfrm>
              <a:off x="1190625" y="716000"/>
              <a:ext cx="5219200" cy="4263425"/>
            </a:xfrm>
            <a:custGeom>
              <a:rect b="b" l="l" r="r" t="t"/>
              <a:pathLst>
                <a:path extrusionOk="0" h="170537" w="208768">
                  <a:moveTo>
                    <a:pt x="172885" y="54802"/>
                  </a:moveTo>
                  <a:cubicBezTo>
                    <a:pt x="188184" y="54802"/>
                    <a:pt x="200612" y="67230"/>
                    <a:pt x="200612" y="82528"/>
                  </a:cubicBezTo>
                  <a:cubicBezTo>
                    <a:pt x="200612" y="97827"/>
                    <a:pt x="188184" y="110255"/>
                    <a:pt x="172885" y="110255"/>
                  </a:cubicBezTo>
                  <a:cubicBezTo>
                    <a:pt x="157587" y="110255"/>
                    <a:pt x="145158" y="97827"/>
                    <a:pt x="145158" y="82528"/>
                  </a:cubicBezTo>
                  <a:cubicBezTo>
                    <a:pt x="145158" y="67230"/>
                    <a:pt x="157587" y="54802"/>
                    <a:pt x="172885" y="54802"/>
                  </a:cubicBezTo>
                  <a:close/>
                  <a:moveTo>
                    <a:pt x="55813" y="0"/>
                  </a:moveTo>
                  <a:cubicBezTo>
                    <a:pt x="25019" y="0"/>
                    <a:pt x="0" y="25639"/>
                    <a:pt x="0" y="57150"/>
                  </a:cubicBezTo>
                  <a:cubicBezTo>
                    <a:pt x="0" y="63348"/>
                    <a:pt x="1827" y="70329"/>
                    <a:pt x="5415" y="78027"/>
                  </a:cubicBezTo>
                  <a:lnTo>
                    <a:pt x="4077" y="78027"/>
                  </a:lnTo>
                  <a:cubicBezTo>
                    <a:pt x="1827" y="78027"/>
                    <a:pt x="0" y="79854"/>
                    <a:pt x="0" y="82104"/>
                  </a:cubicBezTo>
                  <a:cubicBezTo>
                    <a:pt x="0" y="84355"/>
                    <a:pt x="1827" y="86182"/>
                    <a:pt x="4077" y="86182"/>
                  </a:cubicBezTo>
                  <a:lnTo>
                    <a:pt x="9786" y="86182"/>
                  </a:lnTo>
                  <a:cubicBezTo>
                    <a:pt x="17386" y="99099"/>
                    <a:pt x="29423" y="113746"/>
                    <a:pt x="45864" y="130088"/>
                  </a:cubicBezTo>
                  <a:cubicBezTo>
                    <a:pt x="68110" y="152205"/>
                    <a:pt x="90683" y="169526"/>
                    <a:pt x="90912" y="169689"/>
                  </a:cubicBezTo>
                  <a:cubicBezTo>
                    <a:pt x="91629" y="170243"/>
                    <a:pt x="92510" y="170537"/>
                    <a:pt x="93391" y="170537"/>
                  </a:cubicBezTo>
                  <a:cubicBezTo>
                    <a:pt x="94239" y="170537"/>
                    <a:pt x="95120" y="170243"/>
                    <a:pt x="95837" y="169689"/>
                  </a:cubicBezTo>
                  <a:cubicBezTo>
                    <a:pt x="96033" y="169558"/>
                    <a:pt x="113289" y="156315"/>
                    <a:pt x="132404" y="138276"/>
                  </a:cubicBezTo>
                  <a:cubicBezTo>
                    <a:pt x="134035" y="136743"/>
                    <a:pt x="134133" y="134166"/>
                    <a:pt x="132567" y="132535"/>
                  </a:cubicBezTo>
                  <a:cubicBezTo>
                    <a:pt x="131769" y="131686"/>
                    <a:pt x="130689" y="131252"/>
                    <a:pt x="129606" y="131252"/>
                  </a:cubicBezTo>
                  <a:cubicBezTo>
                    <a:pt x="128608" y="131252"/>
                    <a:pt x="127608" y="131621"/>
                    <a:pt x="126826" y="132372"/>
                  </a:cubicBezTo>
                  <a:cubicBezTo>
                    <a:pt x="112212" y="146105"/>
                    <a:pt x="98773" y="157000"/>
                    <a:pt x="93391" y="161273"/>
                  </a:cubicBezTo>
                  <a:cubicBezTo>
                    <a:pt x="86965" y="156217"/>
                    <a:pt x="69154" y="141766"/>
                    <a:pt x="51539" y="124249"/>
                  </a:cubicBezTo>
                  <a:cubicBezTo>
                    <a:pt x="37448" y="110223"/>
                    <a:pt x="26650" y="97436"/>
                    <a:pt x="19344" y="86182"/>
                  </a:cubicBezTo>
                  <a:lnTo>
                    <a:pt x="55845" y="86182"/>
                  </a:lnTo>
                  <a:cubicBezTo>
                    <a:pt x="57672" y="86182"/>
                    <a:pt x="59270" y="84975"/>
                    <a:pt x="59760" y="83246"/>
                  </a:cubicBezTo>
                  <a:lnTo>
                    <a:pt x="66903" y="58422"/>
                  </a:lnTo>
                  <a:lnTo>
                    <a:pt x="86638" y="121607"/>
                  </a:lnTo>
                  <a:cubicBezTo>
                    <a:pt x="87160" y="123303"/>
                    <a:pt x="88726" y="124478"/>
                    <a:pt x="90520" y="124478"/>
                  </a:cubicBezTo>
                  <a:cubicBezTo>
                    <a:pt x="92314" y="124478"/>
                    <a:pt x="93880" y="123303"/>
                    <a:pt x="94402" y="121607"/>
                  </a:cubicBezTo>
                  <a:lnTo>
                    <a:pt x="105330" y="86606"/>
                  </a:lnTo>
                  <a:lnTo>
                    <a:pt x="123531" y="86606"/>
                  </a:lnTo>
                  <a:cubicBezTo>
                    <a:pt x="125782" y="86606"/>
                    <a:pt x="127609" y="84779"/>
                    <a:pt x="127609" y="82528"/>
                  </a:cubicBezTo>
                  <a:cubicBezTo>
                    <a:pt x="127609" y="80278"/>
                    <a:pt x="125782" y="78451"/>
                    <a:pt x="123531" y="78451"/>
                  </a:cubicBezTo>
                  <a:lnTo>
                    <a:pt x="102329" y="78451"/>
                  </a:lnTo>
                  <a:cubicBezTo>
                    <a:pt x="100567" y="78451"/>
                    <a:pt x="98969" y="79593"/>
                    <a:pt x="98447" y="81322"/>
                  </a:cubicBezTo>
                  <a:lnTo>
                    <a:pt x="90520" y="106700"/>
                  </a:lnTo>
                  <a:lnTo>
                    <a:pt x="70622" y="42993"/>
                  </a:lnTo>
                  <a:cubicBezTo>
                    <a:pt x="70107" y="41288"/>
                    <a:pt x="68545" y="40122"/>
                    <a:pt x="66749" y="40122"/>
                  </a:cubicBezTo>
                  <a:cubicBezTo>
                    <a:pt x="66725" y="40122"/>
                    <a:pt x="66700" y="40122"/>
                    <a:pt x="66675" y="40123"/>
                  </a:cubicBezTo>
                  <a:cubicBezTo>
                    <a:pt x="64881" y="40123"/>
                    <a:pt x="63315" y="41330"/>
                    <a:pt x="62826" y="43058"/>
                  </a:cubicBezTo>
                  <a:lnTo>
                    <a:pt x="52779" y="78027"/>
                  </a:lnTo>
                  <a:lnTo>
                    <a:pt x="14516" y="78027"/>
                  </a:lnTo>
                  <a:cubicBezTo>
                    <a:pt x="10308" y="70068"/>
                    <a:pt x="8155" y="63054"/>
                    <a:pt x="8155" y="57150"/>
                  </a:cubicBezTo>
                  <a:cubicBezTo>
                    <a:pt x="8155" y="30141"/>
                    <a:pt x="29521" y="8155"/>
                    <a:pt x="55813" y="8155"/>
                  </a:cubicBezTo>
                  <a:cubicBezTo>
                    <a:pt x="68991" y="8155"/>
                    <a:pt x="81289" y="13603"/>
                    <a:pt x="90390" y="23454"/>
                  </a:cubicBezTo>
                  <a:cubicBezTo>
                    <a:pt x="91140" y="24269"/>
                    <a:pt x="92249" y="24759"/>
                    <a:pt x="93391" y="24759"/>
                  </a:cubicBezTo>
                  <a:cubicBezTo>
                    <a:pt x="94500" y="24759"/>
                    <a:pt x="95609" y="24269"/>
                    <a:pt x="96359" y="23454"/>
                  </a:cubicBezTo>
                  <a:cubicBezTo>
                    <a:pt x="105460" y="13603"/>
                    <a:pt x="117758" y="8155"/>
                    <a:pt x="130936" y="8155"/>
                  </a:cubicBezTo>
                  <a:cubicBezTo>
                    <a:pt x="153672" y="8155"/>
                    <a:pt x="172983" y="24530"/>
                    <a:pt x="177550" y="46940"/>
                  </a:cubicBezTo>
                  <a:lnTo>
                    <a:pt x="177550" y="46940"/>
                  </a:lnTo>
                  <a:cubicBezTo>
                    <a:pt x="176017" y="46745"/>
                    <a:pt x="174484" y="46647"/>
                    <a:pt x="172885" y="46647"/>
                  </a:cubicBezTo>
                  <a:cubicBezTo>
                    <a:pt x="153085" y="46647"/>
                    <a:pt x="137003" y="62728"/>
                    <a:pt x="137003" y="82528"/>
                  </a:cubicBezTo>
                  <a:cubicBezTo>
                    <a:pt x="137003" y="102296"/>
                    <a:pt x="153085" y="118410"/>
                    <a:pt x="172885" y="118410"/>
                  </a:cubicBezTo>
                  <a:cubicBezTo>
                    <a:pt x="192686" y="118410"/>
                    <a:pt x="208767" y="102296"/>
                    <a:pt x="208767" y="82528"/>
                  </a:cubicBezTo>
                  <a:cubicBezTo>
                    <a:pt x="208767" y="67458"/>
                    <a:pt x="199405" y="54508"/>
                    <a:pt x="186227" y="49224"/>
                  </a:cubicBezTo>
                  <a:cubicBezTo>
                    <a:pt x="182410" y="21073"/>
                    <a:pt x="158891" y="0"/>
                    <a:pt x="130936" y="0"/>
                  </a:cubicBezTo>
                  <a:cubicBezTo>
                    <a:pt x="116844" y="0"/>
                    <a:pt x="103666" y="5252"/>
                    <a:pt x="93391" y="14908"/>
                  </a:cubicBezTo>
                  <a:cubicBezTo>
                    <a:pt x="83083" y="5252"/>
                    <a:pt x="69904" y="0"/>
                    <a:pt x="558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6"/>
          <p:cNvSpPr txBox="1"/>
          <p:nvPr>
            <p:ph type="ctrTitle"/>
          </p:nvPr>
        </p:nvSpPr>
        <p:spPr>
          <a:xfrm>
            <a:off x="894350" y="1846200"/>
            <a:ext cx="7473300" cy="16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Postpartum Depression</a:t>
            </a: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PPD</a:t>
            </a: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) is a type of depression that can occur after childbirth, causing persistent feelings of sadness, anxiety, and exhaustion.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5" name="Google Shape;575;p36"/>
          <p:cNvSpPr/>
          <p:nvPr/>
        </p:nvSpPr>
        <p:spPr>
          <a:xfrm>
            <a:off x="7116037" y="3955609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7"/>
          <p:cNvSpPr txBox="1"/>
          <p:nvPr>
            <p:ph idx="1" type="subTitle"/>
          </p:nvPr>
        </p:nvSpPr>
        <p:spPr>
          <a:xfrm>
            <a:off x="2376150" y="1175150"/>
            <a:ext cx="5142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on Health in Kansas </a:t>
            </a:r>
            <a:endParaRPr/>
          </a:p>
        </p:txBody>
      </p:sp>
      <p:sp>
        <p:nvSpPr>
          <p:cNvPr id="581" name="Google Shape;581;p37"/>
          <p:cNvSpPr txBox="1"/>
          <p:nvPr>
            <p:ph type="title"/>
          </p:nvPr>
        </p:nvSpPr>
        <p:spPr>
          <a:xfrm>
            <a:off x="1625850" y="1175150"/>
            <a:ext cx="5853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82" name="Google Shape;582;p37"/>
          <p:cNvSpPr txBox="1"/>
          <p:nvPr>
            <p:ph idx="3"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583" name="Google Shape;583;p37"/>
          <p:cNvSpPr txBox="1"/>
          <p:nvPr>
            <p:ph idx="4" type="subTitle"/>
          </p:nvPr>
        </p:nvSpPr>
        <p:spPr>
          <a:xfrm>
            <a:off x="2376150" y="2143125"/>
            <a:ext cx="50073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Exploring PPD Over Time</a:t>
            </a:r>
            <a:endParaRPr/>
          </a:p>
        </p:txBody>
      </p:sp>
      <p:sp>
        <p:nvSpPr>
          <p:cNvPr id="584" name="Google Shape;584;p37"/>
          <p:cNvSpPr txBox="1"/>
          <p:nvPr>
            <p:ph idx="6" type="title"/>
          </p:nvPr>
        </p:nvSpPr>
        <p:spPr>
          <a:xfrm>
            <a:off x="1625850" y="2143125"/>
            <a:ext cx="5853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85" name="Google Shape;585;p37"/>
          <p:cNvSpPr txBox="1"/>
          <p:nvPr>
            <p:ph idx="7" type="subTitle"/>
          </p:nvPr>
        </p:nvSpPr>
        <p:spPr>
          <a:xfrm>
            <a:off x="2376150" y="3111100"/>
            <a:ext cx="50073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Factors Contribute to PPD?</a:t>
            </a:r>
            <a:endParaRPr/>
          </a:p>
        </p:txBody>
      </p:sp>
      <p:sp>
        <p:nvSpPr>
          <p:cNvPr id="586" name="Google Shape;586;p37"/>
          <p:cNvSpPr txBox="1"/>
          <p:nvPr>
            <p:ph idx="9" type="title"/>
          </p:nvPr>
        </p:nvSpPr>
        <p:spPr>
          <a:xfrm>
            <a:off x="1625850" y="3111100"/>
            <a:ext cx="5853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87" name="Google Shape;587;p37"/>
          <p:cNvSpPr txBox="1"/>
          <p:nvPr>
            <p:ph type="title"/>
          </p:nvPr>
        </p:nvSpPr>
        <p:spPr>
          <a:xfrm>
            <a:off x="1625850" y="4035225"/>
            <a:ext cx="5853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88" name="Google Shape;588;p37"/>
          <p:cNvSpPr txBox="1"/>
          <p:nvPr>
            <p:ph idx="7" type="subTitle"/>
          </p:nvPr>
        </p:nvSpPr>
        <p:spPr>
          <a:xfrm>
            <a:off x="2443500" y="4035225"/>
            <a:ext cx="50073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Steps Forward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8"/>
          <p:cNvSpPr txBox="1"/>
          <p:nvPr>
            <p:ph type="title"/>
          </p:nvPr>
        </p:nvSpPr>
        <p:spPr>
          <a:xfrm flipH="1">
            <a:off x="3022550" y="2767913"/>
            <a:ext cx="5961300" cy="9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Health in Kansas</a:t>
            </a:r>
            <a:endParaRPr sz="5000"/>
          </a:p>
        </p:txBody>
      </p:sp>
      <p:sp>
        <p:nvSpPr>
          <p:cNvPr id="594" name="Google Shape;594;p38"/>
          <p:cNvSpPr txBox="1"/>
          <p:nvPr>
            <p:ph idx="2" type="title"/>
          </p:nvPr>
        </p:nvSpPr>
        <p:spPr>
          <a:xfrm flipH="1">
            <a:off x="5603113" y="1776715"/>
            <a:ext cx="912300" cy="91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95" name="Google Shape;595;p38"/>
          <p:cNvSpPr/>
          <p:nvPr/>
        </p:nvSpPr>
        <p:spPr>
          <a:xfrm>
            <a:off x="1818142" y="954498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596" name="Google Shape;596;p38"/>
          <p:cNvGrpSpPr/>
          <p:nvPr/>
        </p:nvGrpSpPr>
        <p:grpSpPr>
          <a:xfrm>
            <a:off x="5739393" y="954496"/>
            <a:ext cx="639772" cy="639534"/>
            <a:chOff x="5615636" y="2704569"/>
            <a:chExt cx="411244" cy="411091"/>
          </a:xfrm>
        </p:grpSpPr>
        <p:sp>
          <p:nvSpPr>
            <p:cNvPr id="597" name="Google Shape;597;p38"/>
            <p:cNvSpPr/>
            <p:nvPr/>
          </p:nvSpPr>
          <p:spPr>
            <a:xfrm>
              <a:off x="5792433" y="2704569"/>
              <a:ext cx="234447" cy="259298"/>
            </a:xfrm>
            <a:custGeom>
              <a:rect b="b" l="l" r="r" t="t"/>
              <a:pathLst>
                <a:path extrusionOk="0" h="11874" w="10736">
                  <a:moveTo>
                    <a:pt x="2722" y="733"/>
                  </a:moveTo>
                  <a:cubicBezTo>
                    <a:pt x="2963" y="733"/>
                    <a:pt x="3163" y="930"/>
                    <a:pt x="3163" y="1174"/>
                  </a:cubicBezTo>
                  <a:cubicBezTo>
                    <a:pt x="3163" y="1416"/>
                    <a:pt x="2963" y="1616"/>
                    <a:pt x="2722" y="1616"/>
                  </a:cubicBezTo>
                  <a:lnTo>
                    <a:pt x="2280" y="1616"/>
                  </a:lnTo>
                  <a:cubicBezTo>
                    <a:pt x="2036" y="1616"/>
                    <a:pt x="1839" y="1416"/>
                    <a:pt x="1839" y="1174"/>
                  </a:cubicBezTo>
                  <a:cubicBezTo>
                    <a:pt x="1839" y="930"/>
                    <a:pt x="2036" y="733"/>
                    <a:pt x="2280" y="733"/>
                  </a:cubicBezTo>
                  <a:close/>
                  <a:moveTo>
                    <a:pt x="8461" y="733"/>
                  </a:moveTo>
                  <a:cubicBezTo>
                    <a:pt x="8702" y="733"/>
                    <a:pt x="8902" y="930"/>
                    <a:pt x="8902" y="1174"/>
                  </a:cubicBezTo>
                  <a:cubicBezTo>
                    <a:pt x="8902" y="1416"/>
                    <a:pt x="8702" y="1616"/>
                    <a:pt x="8461" y="1616"/>
                  </a:cubicBezTo>
                  <a:lnTo>
                    <a:pt x="8020" y="1616"/>
                  </a:lnTo>
                  <a:cubicBezTo>
                    <a:pt x="7776" y="1616"/>
                    <a:pt x="7579" y="1416"/>
                    <a:pt x="7579" y="1174"/>
                  </a:cubicBezTo>
                  <a:cubicBezTo>
                    <a:pt x="7579" y="930"/>
                    <a:pt x="7776" y="733"/>
                    <a:pt x="8020" y="733"/>
                  </a:cubicBezTo>
                  <a:close/>
                  <a:moveTo>
                    <a:pt x="886" y="7461"/>
                  </a:moveTo>
                  <a:lnTo>
                    <a:pt x="886" y="7461"/>
                  </a:lnTo>
                  <a:cubicBezTo>
                    <a:pt x="2239" y="8267"/>
                    <a:pt x="3772" y="8688"/>
                    <a:pt x="5369" y="8688"/>
                  </a:cubicBezTo>
                  <a:cubicBezTo>
                    <a:pt x="6964" y="8688"/>
                    <a:pt x="8496" y="8267"/>
                    <a:pt x="9850" y="7461"/>
                  </a:cubicBezTo>
                  <a:lnTo>
                    <a:pt x="9850" y="7461"/>
                  </a:lnTo>
                  <a:cubicBezTo>
                    <a:pt x="9726" y="7740"/>
                    <a:pt x="9532" y="7988"/>
                    <a:pt x="9282" y="8173"/>
                  </a:cubicBezTo>
                  <a:lnTo>
                    <a:pt x="5369" y="11050"/>
                  </a:lnTo>
                  <a:lnTo>
                    <a:pt x="1457" y="8173"/>
                  </a:lnTo>
                  <a:cubicBezTo>
                    <a:pt x="1207" y="7988"/>
                    <a:pt x="1010" y="7740"/>
                    <a:pt x="886" y="7461"/>
                  </a:cubicBezTo>
                  <a:close/>
                  <a:moveTo>
                    <a:pt x="8020" y="1"/>
                  </a:moveTo>
                  <a:cubicBezTo>
                    <a:pt x="7373" y="1"/>
                    <a:pt x="6843" y="530"/>
                    <a:pt x="6843" y="1177"/>
                  </a:cubicBezTo>
                  <a:cubicBezTo>
                    <a:pt x="6843" y="1825"/>
                    <a:pt x="7373" y="2354"/>
                    <a:pt x="8020" y="2354"/>
                  </a:cubicBezTo>
                  <a:lnTo>
                    <a:pt x="8461" y="2354"/>
                  </a:lnTo>
                  <a:cubicBezTo>
                    <a:pt x="8964" y="2354"/>
                    <a:pt x="9391" y="2039"/>
                    <a:pt x="9561" y="1592"/>
                  </a:cubicBezTo>
                  <a:cubicBezTo>
                    <a:pt x="9817" y="1692"/>
                    <a:pt x="9997" y="1942"/>
                    <a:pt x="9997" y="2236"/>
                  </a:cubicBezTo>
                  <a:lnTo>
                    <a:pt x="9997" y="6496"/>
                  </a:lnTo>
                  <a:cubicBezTo>
                    <a:pt x="8599" y="7476"/>
                    <a:pt x="6981" y="7965"/>
                    <a:pt x="5363" y="7965"/>
                  </a:cubicBezTo>
                  <a:cubicBezTo>
                    <a:pt x="3745" y="7965"/>
                    <a:pt x="2127" y="7476"/>
                    <a:pt x="730" y="6496"/>
                  </a:cubicBezTo>
                  <a:lnTo>
                    <a:pt x="730" y="2236"/>
                  </a:lnTo>
                  <a:cubicBezTo>
                    <a:pt x="730" y="1942"/>
                    <a:pt x="915" y="1692"/>
                    <a:pt x="1177" y="1592"/>
                  </a:cubicBezTo>
                  <a:cubicBezTo>
                    <a:pt x="1345" y="2039"/>
                    <a:pt x="1774" y="2357"/>
                    <a:pt x="2280" y="2357"/>
                  </a:cubicBezTo>
                  <a:lnTo>
                    <a:pt x="2722" y="2357"/>
                  </a:lnTo>
                  <a:cubicBezTo>
                    <a:pt x="3369" y="2357"/>
                    <a:pt x="3898" y="1828"/>
                    <a:pt x="3898" y="1180"/>
                  </a:cubicBezTo>
                  <a:cubicBezTo>
                    <a:pt x="3898" y="533"/>
                    <a:pt x="3369" y="4"/>
                    <a:pt x="2722" y="4"/>
                  </a:cubicBezTo>
                  <a:lnTo>
                    <a:pt x="2280" y="4"/>
                  </a:lnTo>
                  <a:cubicBezTo>
                    <a:pt x="1751" y="4"/>
                    <a:pt x="1301" y="357"/>
                    <a:pt x="1154" y="839"/>
                  </a:cubicBezTo>
                  <a:cubicBezTo>
                    <a:pt x="495" y="966"/>
                    <a:pt x="1" y="1545"/>
                    <a:pt x="1" y="2239"/>
                  </a:cubicBezTo>
                  <a:lnTo>
                    <a:pt x="1" y="6752"/>
                  </a:lnTo>
                  <a:cubicBezTo>
                    <a:pt x="1" y="7543"/>
                    <a:pt x="380" y="8296"/>
                    <a:pt x="1018" y="8767"/>
                  </a:cubicBezTo>
                  <a:lnTo>
                    <a:pt x="5152" y="11806"/>
                  </a:lnTo>
                  <a:cubicBezTo>
                    <a:pt x="5216" y="11853"/>
                    <a:pt x="5290" y="11874"/>
                    <a:pt x="5366" y="11874"/>
                  </a:cubicBezTo>
                  <a:cubicBezTo>
                    <a:pt x="5446" y="11874"/>
                    <a:pt x="5522" y="11853"/>
                    <a:pt x="5584" y="11806"/>
                  </a:cubicBezTo>
                  <a:lnTo>
                    <a:pt x="9717" y="8767"/>
                  </a:lnTo>
                  <a:cubicBezTo>
                    <a:pt x="10359" y="8296"/>
                    <a:pt x="10735" y="7546"/>
                    <a:pt x="10735" y="6752"/>
                  </a:cubicBezTo>
                  <a:lnTo>
                    <a:pt x="10735" y="2234"/>
                  </a:lnTo>
                  <a:cubicBezTo>
                    <a:pt x="10732" y="1542"/>
                    <a:pt x="10241" y="966"/>
                    <a:pt x="9585" y="836"/>
                  </a:cubicBezTo>
                  <a:cubicBezTo>
                    <a:pt x="9438" y="354"/>
                    <a:pt x="8991" y="1"/>
                    <a:pt x="84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8"/>
            <p:cNvSpPr/>
            <p:nvPr/>
          </p:nvSpPr>
          <p:spPr>
            <a:xfrm>
              <a:off x="5615636" y="2902045"/>
              <a:ext cx="213636" cy="195708"/>
            </a:xfrm>
            <a:custGeom>
              <a:rect b="b" l="l" r="r" t="t"/>
              <a:pathLst>
                <a:path extrusionOk="0" h="8962" w="9783">
                  <a:moveTo>
                    <a:pt x="2987" y="1"/>
                  </a:moveTo>
                  <a:cubicBezTo>
                    <a:pt x="1339" y="1"/>
                    <a:pt x="1" y="1371"/>
                    <a:pt x="1" y="3057"/>
                  </a:cubicBezTo>
                  <a:cubicBezTo>
                    <a:pt x="1" y="4019"/>
                    <a:pt x="801" y="5302"/>
                    <a:pt x="2369" y="6867"/>
                  </a:cubicBezTo>
                  <a:cubicBezTo>
                    <a:pt x="3507" y="7993"/>
                    <a:pt x="4619" y="8852"/>
                    <a:pt x="4669" y="8885"/>
                  </a:cubicBezTo>
                  <a:cubicBezTo>
                    <a:pt x="4734" y="8935"/>
                    <a:pt x="4811" y="8961"/>
                    <a:pt x="4893" y="8961"/>
                  </a:cubicBezTo>
                  <a:cubicBezTo>
                    <a:pt x="4972" y="8961"/>
                    <a:pt x="5052" y="8935"/>
                    <a:pt x="5117" y="8885"/>
                  </a:cubicBezTo>
                  <a:cubicBezTo>
                    <a:pt x="5205" y="8817"/>
                    <a:pt x="7291" y="7214"/>
                    <a:pt x="8641" y="5508"/>
                  </a:cubicBezTo>
                  <a:cubicBezTo>
                    <a:pt x="8764" y="5349"/>
                    <a:pt x="8738" y="5119"/>
                    <a:pt x="8582" y="4993"/>
                  </a:cubicBezTo>
                  <a:cubicBezTo>
                    <a:pt x="8515" y="4940"/>
                    <a:pt x="8434" y="4915"/>
                    <a:pt x="8354" y="4915"/>
                  </a:cubicBezTo>
                  <a:cubicBezTo>
                    <a:pt x="8246" y="4915"/>
                    <a:pt x="8138" y="4962"/>
                    <a:pt x="8067" y="5052"/>
                  </a:cubicBezTo>
                  <a:cubicBezTo>
                    <a:pt x="7023" y="6370"/>
                    <a:pt x="5470" y="7664"/>
                    <a:pt x="4896" y="8123"/>
                  </a:cubicBezTo>
                  <a:cubicBezTo>
                    <a:pt x="3555" y="7061"/>
                    <a:pt x="742" y="4522"/>
                    <a:pt x="742" y="3051"/>
                  </a:cubicBezTo>
                  <a:cubicBezTo>
                    <a:pt x="742" y="1772"/>
                    <a:pt x="1751" y="730"/>
                    <a:pt x="2993" y="730"/>
                  </a:cubicBezTo>
                  <a:cubicBezTo>
                    <a:pt x="3616" y="730"/>
                    <a:pt x="4193" y="989"/>
                    <a:pt x="4625" y="1451"/>
                  </a:cubicBezTo>
                  <a:cubicBezTo>
                    <a:pt x="4693" y="1530"/>
                    <a:pt x="4793" y="1569"/>
                    <a:pt x="4896" y="1569"/>
                  </a:cubicBezTo>
                  <a:cubicBezTo>
                    <a:pt x="4999" y="1569"/>
                    <a:pt x="5099" y="1524"/>
                    <a:pt x="5167" y="1451"/>
                  </a:cubicBezTo>
                  <a:cubicBezTo>
                    <a:pt x="5599" y="986"/>
                    <a:pt x="6179" y="730"/>
                    <a:pt x="6799" y="730"/>
                  </a:cubicBezTo>
                  <a:cubicBezTo>
                    <a:pt x="7926" y="730"/>
                    <a:pt x="8885" y="1595"/>
                    <a:pt x="9032" y="2742"/>
                  </a:cubicBezTo>
                  <a:cubicBezTo>
                    <a:pt x="9057" y="2930"/>
                    <a:pt x="9215" y="3063"/>
                    <a:pt x="9399" y="3063"/>
                  </a:cubicBezTo>
                  <a:cubicBezTo>
                    <a:pt x="9414" y="3063"/>
                    <a:pt x="9429" y="3062"/>
                    <a:pt x="9444" y="3060"/>
                  </a:cubicBezTo>
                  <a:cubicBezTo>
                    <a:pt x="9644" y="3037"/>
                    <a:pt x="9782" y="2854"/>
                    <a:pt x="9759" y="2651"/>
                  </a:cubicBezTo>
                  <a:cubicBezTo>
                    <a:pt x="9562" y="1139"/>
                    <a:pt x="8291" y="1"/>
                    <a:pt x="6796" y="1"/>
                  </a:cubicBezTo>
                  <a:cubicBezTo>
                    <a:pt x="6102" y="1"/>
                    <a:pt x="5426" y="251"/>
                    <a:pt x="4893" y="704"/>
                  </a:cubicBezTo>
                  <a:cubicBezTo>
                    <a:pt x="4361" y="254"/>
                    <a:pt x="3684" y="1"/>
                    <a:pt x="2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8"/>
            <p:cNvSpPr/>
            <p:nvPr/>
          </p:nvSpPr>
          <p:spPr>
            <a:xfrm>
              <a:off x="5714451" y="2984023"/>
              <a:ext cx="16072" cy="16072"/>
            </a:xfrm>
            <a:custGeom>
              <a:rect b="b" l="l" r="r" t="t"/>
              <a:pathLst>
                <a:path extrusionOk="0" h="736" w="736">
                  <a:moveTo>
                    <a:pt x="368" y="0"/>
                  </a:moveTo>
                  <a:cubicBezTo>
                    <a:pt x="268" y="0"/>
                    <a:pt x="177" y="41"/>
                    <a:pt x="106" y="106"/>
                  </a:cubicBezTo>
                  <a:cubicBezTo>
                    <a:pt x="36" y="177"/>
                    <a:pt x="0" y="268"/>
                    <a:pt x="0" y="368"/>
                  </a:cubicBezTo>
                  <a:cubicBezTo>
                    <a:pt x="0" y="465"/>
                    <a:pt x="42" y="559"/>
                    <a:pt x="106" y="630"/>
                  </a:cubicBezTo>
                  <a:cubicBezTo>
                    <a:pt x="177" y="700"/>
                    <a:pt x="268" y="736"/>
                    <a:pt x="368" y="736"/>
                  </a:cubicBezTo>
                  <a:cubicBezTo>
                    <a:pt x="468" y="736"/>
                    <a:pt x="559" y="695"/>
                    <a:pt x="630" y="630"/>
                  </a:cubicBezTo>
                  <a:cubicBezTo>
                    <a:pt x="698" y="559"/>
                    <a:pt x="736" y="468"/>
                    <a:pt x="736" y="368"/>
                  </a:cubicBezTo>
                  <a:cubicBezTo>
                    <a:pt x="736" y="274"/>
                    <a:pt x="698" y="177"/>
                    <a:pt x="630" y="106"/>
                  </a:cubicBezTo>
                  <a:cubicBezTo>
                    <a:pt x="559" y="39"/>
                    <a:pt x="468" y="0"/>
                    <a:pt x="3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8"/>
            <p:cNvSpPr/>
            <p:nvPr/>
          </p:nvSpPr>
          <p:spPr>
            <a:xfrm>
              <a:off x="5679183" y="2948690"/>
              <a:ext cx="238553" cy="166970"/>
            </a:xfrm>
            <a:custGeom>
              <a:rect b="b" l="l" r="r" t="t"/>
              <a:pathLst>
                <a:path extrusionOk="0" h="7646" w="10924">
                  <a:moveTo>
                    <a:pt x="1983" y="736"/>
                  </a:moveTo>
                  <a:cubicBezTo>
                    <a:pt x="2671" y="736"/>
                    <a:pt x="3233" y="1298"/>
                    <a:pt x="3233" y="1986"/>
                  </a:cubicBezTo>
                  <a:cubicBezTo>
                    <a:pt x="3233" y="2674"/>
                    <a:pt x="2674" y="3236"/>
                    <a:pt x="1983" y="3236"/>
                  </a:cubicBezTo>
                  <a:cubicBezTo>
                    <a:pt x="1295" y="3236"/>
                    <a:pt x="733" y="2674"/>
                    <a:pt x="733" y="1986"/>
                  </a:cubicBezTo>
                  <a:cubicBezTo>
                    <a:pt x="733" y="1298"/>
                    <a:pt x="1295" y="736"/>
                    <a:pt x="1983" y="736"/>
                  </a:cubicBezTo>
                  <a:close/>
                  <a:moveTo>
                    <a:pt x="1986" y="0"/>
                  </a:moveTo>
                  <a:cubicBezTo>
                    <a:pt x="892" y="0"/>
                    <a:pt x="0" y="892"/>
                    <a:pt x="0" y="1986"/>
                  </a:cubicBezTo>
                  <a:cubicBezTo>
                    <a:pt x="0" y="3083"/>
                    <a:pt x="892" y="3972"/>
                    <a:pt x="1986" y="3972"/>
                  </a:cubicBezTo>
                  <a:cubicBezTo>
                    <a:pt x="2957" y="3972"/>
                    <a:pt x="3766" y="3275"/>
                    <a:pt x="3939" y="2351"/>
                  </a:cubicBezTo>
                  <a:lnTo>
                    <a:pt x="6849" y="2351"/>
                  </a:lnTo>
                  <a:cubicBezTo>
                    <a:pt x="7269" y="2351"/>
                    <a:pt x="7614" y="2692"/>
                    <a:pt x="7614" y="3116"/>
                  </a:cubicBezTo>
                  <a:lnTo>
                    <a:pt x="7614" y="5990"/>
                  </a:lnTo>
                  <a:cubicBezTo>
                    <a:pt x="7614" y="6902"/>
                    <a:pt x="8355" y="7646"/>
                    <a:pt x="9267" y="7646"/>
                  </a:cubicBezTo>
                  <a:cubicBezTo>
                    <a:pt x="10179" y="7646"/>
                    <a:pt x="10923" y="6902"/>
                    <a:pt x="10923" y="5990"/>
                  </a:cubicBezTo>
                  <a:lnTo>
                    <a:pt x="10923" y="3148"/>
                  </a:lnTo>
                  <a:cubicBezTo>
                    <a:pt x="10917" y="2945"/>
                    <a:pt x="10755" y="2780"/>
                    <a:pt x="10549" y="2780"/>
                  </a:cubicBezTo>
                  <a:cubicBezTo>
                    <a:pt x="10349" y="2780"/>
                    <a:pt x="10182" y="2945"/>
                    <a:pt x="10182" y="3148"/>
                  </a:cubicBezTo>
                  <a:lnTo>
                    <a:pt x="10182" y="5990"/>
                  </a:lnTo>
                  <a:cubicBezTo>
                    <a:pt x="10182" y="6499"/>
                    <a:pt x="9770" y="6911"/>
                    <a:pt x="9264" y="6911"/>
                  </a:cubicBezTo>
                  <a:cubicBezTo>
                    <a:pt x="8755" y="6911"/>
                    <a:pt x="8343" y="6499"/>
                    <a:pt x="8343" y="5990"/>
                  </a:cubicBezTo>
                  <a:lnTo>
                    <a:pt x="8343" y="3116"/>
                  </a:lnTo>
                  <a:cubicBezTo>
                    <a:pt x="8343" y="2289"/>
                    <a:pt x="7672" y="1615"/>
                    <a:pt x="6843" y="1615"/>
                  </a:cubicBezTo>
                  <a:lnTo>
                    <a:pt x="3936" y="1615"/>
                  </a:lnTo>
                  <a:cubicBezTo>
                    <a:pt x="3763" y="695"/>
                    <a:pt x="2954" y="0"/>
                    <a:pt x="19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8"/>
            <p:cNvSpPr/>
            <p:nvPr/>
          </p:nvSpPr>
          <p:spPr>
            <a:xfrm>
              <a:off x="5901511" y="2976686"/>
              <a:ext cx="16094" cy="16094"/>
            </a:xfrm>
            <a:custGeom>
              <a:rect b="b" l="l" r="r" t="t"/>
              <a:pathLst>
                <a:path extrusionOk="0" h="737" w="737">
                  <a:moveTo>
                    <a:pt x="368" y="1"/>
                  </a:moveTo>
                  <a:cubicBezTo>
                    <a:pt x="268" y="1"/>
                    <a:pt x="177" y="42"/>
                    <a:pt x="107" y="107"/>
                  </a:cubicBezTo>
                  <a:cubicBezTo>
                    <a:pt x="39" y="177"/>
                    <a:pt x="1" y="272"/>
                    <a:pt x="1" y="369"/>
                  </a:cubicBezTo>
                  <a:cubicBezTo>
                    <a:pt x="1" y="466"/>
                    <a:pt x="42" y="560"/>
                    <a:pt x="107" y="630"/>
                  </a:cubicBezTo>
                  <a:cubicBezTo>
                    <a:pt x="177" y="701"/>
                    <a:pt x="268" y="736"/>
                    <a:pt x="368" y="736"/>
                  </a:cubicBezTo>
                  <a:cubicBezTo>
                    <a:pt x="468" y="736"/>
                    <a:pt x="560" y="695"/>
                    <a:pt x="630" y="630"/>
                  </a:cubicBezTo>
                  <a:cubicBezTo>
                    <a:pt x="701" y="560"/>
                    <a:pt x="736" y="469"/>
                    <a:pt x="736" y="369"/>
                  </a:cubicBezTo>
                  <a:cubicBezTo>
                    <a:pt x="736" y="275"/>
                    <a:pt x="701" y="177"/>
                    <a:pt x="630" y="107"/>
                  </a:cubicBezTo>
                  <a:cubicBezTo>
                    <a:pt x="560" y="39"/>
                    <a:pt x="468" y="1"/>
                    <a:pt x="3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2" name="Google Shape;602;p38"/>
          <p:cNvGrpSpPr/>
          <p:nvPr/>
        </p:nvGrpSpPr>
        <p:grpSpPr>
          <a:xfrm>
            <a:off x="1256606" y="3199915"/>
            <a:ext cx="1618021" cy="1939016"/>
            <a:chOff x="6382288" y="83496"/>
            <a:chExt cx="1287823" cy="1543311"/>
          </a:xfrm>
        </p:grpSpPr>
        <p:sp>
          <p:nvSpPr>
            <p:cNvPr id="603" name="Google Shape;603;p38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8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8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8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8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8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8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8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9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Information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16" name="Google Shape;616;p39"/>
          <p:cNvSpPr txBox="1"/>
          <p:nvPr>
            <p:ph idx="1" type="body"/>
          </p:nvPr>
        </p:nvSpPr>
        <p:spPr>
          <a:xfrm>
            <a:off x="280575" y="1555700"/>
            <a:ext cx="4287000" cy="31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800"/>
              <a:t>Kansas ranks second worst </a:t>
            </a:r>
            <a:r>
              <a:rPr lang="en" sz="1800"/>
              <a:t>(45/46) for PPD rates in the US. </a:t>
            </a:r>
            <a:br>
              <a:rPr lang="en" sz="1800"/>
            </a:br>
            <a:r>
              <a:rPr lang="en" sz="1200"/>
              <a:t>(via American Health Rankings, 2023)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800"/>
              <a:t>Since 1991, </a:t>
            </a:r>
            <a:r>
              <a:rPr b="1" lang="en" sz="1800"/>
              <a:t>Kansas has fallen 20 places</a:t>
            </a:r>
            <a:r>
              <a:rPr lang="en" sz="1800"/>
              <a:t>, from 8th to 28th for general healthcare by state. </a:t>
            </a:r>
            <a:br>
              <a:rPr lang="en" sz="1800"/>
            </a:br>
            <a:r>
              <a:rPr lang="en" sz="1200"/>
              <a:t>(via Kansas Health Institute, 2025)</a:t>
            </a:r>
            <a:endParaRPr sz="1600"/>
          </a:p>
        </p:txBody>
      </p:sp>
      <p:sp>
        <p:nvSpPr>
          <p:cNvPr id="617" name="Google Shape;617;p39"/>
          <p:cNvSpPr txBox="1"/>
          <p:nvPr/>
        </p:nvSpPr>
        <p:spPr>
          <a:xfrm>
            <a:off x="4597373" y="3322206"/>
            <a:ext cx="38604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Figure 1. </a:t>
            </a:r>
            <a:r>
              <a:rPr lang="en" sz="900">
                <a:solidFill>
                  <a:srgbClr val="333333"/>
                </a:solidFill>
                <a:latin typeface="Trebuchet MS"/>
                <a:ea typeface="Trebuchet MS"/>
                <a:cs typeface="Trebuchet MS"/>
                <a:sym typeface="Trebuchet MS"/>
              </a:rPr>
              <a:t>Graph of PPD Symptom rate in Kansas from 2017-2021. From Bureau of Epidemiology &amp; Public Health Informatics, 2024. </a:t>
            </a:r>
            <a:endParaRPr sz="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18" name="Google Shape;618;p39" title="Screenshot 2026-04-19 at 1.23.3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3350" y="1430850"/>
            <a:ext cx="4287025" cy="17837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0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Concerns in Kansas Health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24" name="Google Shape;624;p40"/>
          <p:cNvSpPr txBox="1"/>
          <p:nvPr>
            <p:ph idx="1" type="body"/>
          </p:nvPr>
        </p:nvSpPr>
        <p:spPr>
          <a:xfrm>
            <a:off x="720000" y="2078175"/>
            <a:ext cx="4813200" cy="4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Closure of rural hospitals</a:t>
            </a:r>
            <a:endParaRPr sz="1900"/>
          </a:p>
        </p:txBody>
      </p:sp>
      <p:sp>
        <p:nvSpPr>
          <p:cNvPr id="625" name="Google Shape;625;p40"/>
          <p:cNvSpPr txBox="1"/>
          <p:nvPr/>
        </p:nvSpPr>
        <p:spPr>
          <a:xfrm>
            <a:off x="739300" y="1368525"/>
            <a:ext cx="46422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Montserrat"/>
              <a:buChar char="●"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Lack of Medicaid Expansion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40"/>
          <p:cNvSpPr txBox="1"/>
          <p:nvPr/>
        </p:nvSpPr>
        <p:spPr>
          <a:xfrm>
            <a:off x="720000" y="2748000"/>
            <a:ext cx="48132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Montserrat"/>
              <a:buChar char="●"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Low Public Health Funding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40"/>
          <p:cNvSpPr txBox="1"/>
          <p:nvPr/>
        </p:nvSpPr>
        <p:spPr>
          <a:xfrm>
            <a:off x="720000" y="3468525"/>
            <a:ext cx="5693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Montserrat"/>
              <a:buChar char="●"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Limited Mental Health Support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8" name="Google Shape;628;p40"/>
          <p:cNvSpPr txBox="1"/>
          <p:nvPr/>
        </p:nvSpPr>
        <p:spPr>
          <a:xfrm>
            <a:off x="739300" y="1368525"/>
            <a:ext cx="46422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Montserrat"/>
              <a:buChar char="●"/>
            </a:pPr>
            <a:r>
              <a:rPr lang="en" sz="1900" strike="sng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Lack of Medicaid Expansion</a:t>
            </a:r>
            <a:endParaRPr strike="sng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9" name="Google Shape;629;p40"/>
          <p:cNvSpPr txBox="1"/>
          <p:nvPr>
            <p:ph idx="1" type="body"/>
          </p:nvPr>
        </p:nvSpPr>
        <p:spPr>
          <a:xfrm>
            <a:off x="720000" y="2074263"/>
            <a:ext cx="4813200" cy="4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 strike="sngStrike"/>
              <a:t>Closure of rural hospitals</a:t>
            </a:r>
            <a:endParaRPr sz="1900" strike="sngStrike"/>
          </a:p>
        </p:txBody>
      </p:sp>
      <p:sp>
        <p:nvSpPr>
          <p:cNvPr id="630" name="Google Shape;630;p40"/>
          <p:cNvSpPr txBox="1"/>
          <p:nvPr/>
        </p:nvSpPr>
        <p:spPr>
          <a:xfrm>
            <a:off x="720350" y="2748000"/>
            <a:ext cx="48132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Montserrat"/>
              <a:buChar char="●"/>
            </a:pPr>
            <a:r>
              <a:rPr lang="en" sz="1900" strike="sng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Low Public Health Funding</a:t>
            </a:r>
            <a:endParaRPr strike="sng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1" name="Google Shape;631;p40"/>
          <p:cNvSpPr txBox="1"/>
          <p:nvPr/>
        </p:nvSpPr>
        <p:spPr>
          <a:xfrm>
            <a:off x="1101075" y="4566475"/>
            <a:ext cx="3671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Kansas Health Institute, 2025</a:t>
            </a:r>
            <a:endParaRPr i="1" sz="1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1"/>
          <p:cNvSpPr txBox="1"/>
          <p:nvPr>
            <p:ph type="title"/>
          </p:nvPr>
        </p:nvSpPr>
        <p:spPr>
          <a:xfrm>
            <a:off x="358850" y="431548"/>
            <a:ext cx="8449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Quantizing Postpartum Depression</a:t>
            </a:r>
            <a:endParaRPr sz="3500"/>
          </a:p>
        </p:txBody>
      </p:sp>
      <p:sp>
        <p:nvSpPr>
          <p:cNvPr id="637" name="Google Shape;637;p41"/>
          <p:cNvSpPr txBox="1"/>
          <p:nvPr>
            <p:ph idx="1" type="body"/>
          </p:nvPr>
        </p:nvSpPr>
        <p:spPr>
          <a:xfrm>
            <a:off x="2375000" y="1254200"/>
            <a:ext cx="6540600" cy="3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b="1" lang="en" sz="1550"/>
              <a:t>Edinburgh Postnatal Depression Scale</a:t>
            </a:r>
            <a:r>
              <a:rPr lang="en" sz="1550"/>
              <a:t> is a self-administered screening for symptoms of Postpartum Depression.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" sz="1550"/>
              <a:t>Contains 10 questions such as</a:t>
            </a:r>
            <a:endParaRPr sz="1550"/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I have been anxious or worried for no good reason</a:t>
            </a:r>
            <a:endParaRPr sz="1550"/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I have felt sad or miserable</a:t>
            </a:r>
            <a:endParaRPr sz="15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" sz="1550"/>
              <a:t>Scores </a:t>
            </a:r>
            <a:r>
              <a:rPr b="1" lang="en" sz="1550"/>
              <a:t>&gt;10 </a:t>
            </a:r>
            <a:r>
              <a:rPr lang="en" sz="1550"/>
              <a:t>indicate a possible case of PPD, and a follow up visit is recommended. </a:t>
            </a:r>
            <a:endParaRPr sz="155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" sz="1550"/>
              <a:t>Scores </a:t>
            </a:r>
            <a:r>
              <a:rPr b="1" lang="en" sz="1550"/>
              <a:t>&gt;13</a:t>
            </a:r>
            <a:r>
              <a:rPr lang="en" sz="1550"/>
              <a:t> indicates a diagnosable case of </a:t>
            </a:r>
            <a:r>
              <a:rPr b="1" lang="en" sz="1550"/>
              <a:t>Postpartum Depression</a:t>
            </a:r>
            <a:r>
              <a:rPr lang="en" sz="1550"/>
              <a:t>. </a:t>
            </a:r>
            <a:endParaRPr sz="1550"/>
          </a:p>
        </p:txBody>
      </p:sp>
      <p:sp>
        <p:nvSpPr>
          <p:cNvPr id="638" name="Google Shape;638;p41"/>
          <p:cNvSpPr/>
          <p:nvPr/>
        </p:nvSpPr>
        <p:spPr>
          <a:xfrm rot="889521">
            <a:off x="167326" y="1163377"/>
            <a:ext cx="1997709" cy="1901154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639" name="Google Shape;639;p41"/>
          <p:cNvGrpSpPr/>
          <p:nvPr/>
        </p:nvGrpSpPr>
        <p:grpSpPr>
          <a:xfrm>
            <a:off x="-798332" y="2922965"/>
            <a:ext cx="1618021" cy="1939016"/>
            <a:chOff x="6382288" y="83496"/>
            <a:chExt cx="1287823" cy="1543311"/>
          </a:xfrm>
        </p:grpSpPr>
        <p:sp>
          <p:nvSpPr>
            <p:cNvPr id="640" name="Google Shape;640;p41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1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1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1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1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1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1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8" name="Google Shape;648;p41"/>
          <p:cNvSpPr/>
          <p:nvPr/>
        </p:nvSpPr>
        <p:spPr>
          <a:xfrm rot="1294596">
            <a:off x="933818" y="3412964"/>
            <a:ext cx="946942" cy="1416273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2"/>
          <p:cNvSpPr txBox="1"/>
          <p:nvPr>
            <p:ph type="title"/>
          </p:nvPr>
        </p:nvSpPr>
        <p:spPr>
          <a:xfrm>
            <a:off x="961750" y="2461575"/>
            <a:ext cx="6781500" cy="12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Postpartum Depression Over the Course of Pregnancy</a:t>
            </a:r>
            <a:endParaRPr/>
          </a:p>
        </p:txBody>
      </p:sp>
      <p:sp>
        <p:nvSpPr>
          <p:cNvPr id="654" name="Google Shape;654;p42"/>
          <p:cNvSpPr/>
          <p:nvPr/>
        </p:nvSpPr>
        <p:spPr>
          <a:xfrm>
            <a:off x="1091000" y="1388150"/>
            <a:ext cx="912300" cy="91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5" name="Google Shape;655;p42"/>
          <p:cNvSpPr txBox="1"/>
          <p:nvPr>
            <p:ph idx="4294967295" type="title"/>
          </p:nvPr>
        </p:nvSpPr>
        <p:spPr>
          <a:xfrm flipH="1">
            <a:off x="1090988" y="1388140"/>
            <a:ext cx="912300" cy="9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02</a:t>
            </a:r>
            <a:endParaRPr sz="4600"/>
          </a:p>
        </p:txBody>
      </p:sp>
      <p:sp>
        <p:nvSpPr>
          <p:cNvPr id="656" name="Google Shape;656;p42"/>
          <p:cNvSpPr/>
          <p:nvPr/>
        </p:nvSpPr>
        <p:spPr>
          <a:xfrm rot="-2700000">
            <a:off x="7339995" y="854524"/>
            <a:ext cx="919726" cy="746329"/>
          </a:xfrm>
          <a:custGeom>
            <a:rect b="b" l="l" r="r" t="t"/>
            <a:pathLst>
              <a:path extrusionOk="0" h="15934" w="19636">
                <a:moveTo>
                  <a:pt x="7135" y="0"/>
                </a:moveTo>
                <a:cubicBezTo>
                  <a:pt x="6787" y="0"/>
                  <a:pt x="6445" y="10"/>
                  <a:pt x="6110" y="30"/>
                </a:cubicBezTo>
                <a:cubicBezTo>
                  <a:pt x="5319" y="61"/>
                  <a:pt x="4559" y="182"/>
                  <a:pt x="3769" y="334"/>
                </a:cubicBezTo>
                <a:cubicBezTo>
                  <a:pt x="1976" y="699"/>
                  <a:pt x="0" y="2553"/>
                  <a:pt x="1733" y="4255"/>
                </a:cubicBezTo>
                <a:cubicBezTo>
                  <a:pt x="2375" y="4898"/>
                  <a:pt x="3180" y="5072"/>
                  <a:pt x="4016" y="5072"/>
                </a:cubicBezTo>
                <a:cubicBezTo>
                  <a:pt x="4327" y="5072"/>
                  <a:pt x="4642" y="5048"/>
                  <a:pt x="4955" y="5015"/>
                </a:cubicBezTo>
                <a:cubicBezTo>
                  <a:pt x="5646" y="4966"/>
                  <a:pt x="6553" y="4836"/>
                  <a:pt x="7444" y="4836"/>
                </a:cubicBezTo>
                <a:cubicBezTo>
                  <a:pt x="8746" y="4836"/>
                  <a:pt x="10012" y="5113"/>
                  <a:pt x="10517" y="6322"/>
                </a:cubicBezTo>
                <a:cubicBezTo>
                  <a:pt x="10608" y="6535"/>
                  <a:pt x="10669" y="6778"/>
                  <a:pt x="10730" y="6991"/>
                </a:cubicBezTo>
                <a:cubicBezTo>
                  <a:pt x="11007" y="9137"/>
                  <a:pt x="8900" y="9479"/>
                  <a:pt x="7125" y="9479"/>
                </a:cubicBezTo>
                <a:cubicBezTo>
                  <a:pt x="6562" y="9479"/>
                  <a:pt x="6033" y="9444"/>
                  <a:pt x="5623" y="9422"/>
                </a:cubicBezTo>
                <a:cubicBezTo>
                  <a:pt x="5507" y="9416"/>
                  <a:pt x="5387" y="9413"/>
                  <a:pt x="5265" y="9413"/>
                </a:cubicBezTo>
                <a:cubicBezTo>
                  <a:pt x="4181" y="9413"/>
                  <a:pt x="2936" y="9679"/>
                  <a:pt x="2280" y="10608"/>
                </a:cubicBezTo>
                <a:cubicBezTo>
                  <a:pt x="1337" y="11976"/>
                  <a:pt x="2158" y="13647"/>
                  <a:pt x="3222" y="14620"/>
                </a:cubicBezTo>
                <a:cubicBezTo>
                  <a:pt x="3496" y="14863"/>
                  <a:pt x="3739" y="15046"/>
                  <a:pt x="3982" y="15198"/>
                </a:cubicBezTo>
                <a:cubicBezTo>
                  <a:pt x="4996" y="15811"/>
                  <a:pt x="6174" y="15933"/>
                  <a:pt x="7311" y="15933"/>
                </a:cubicBezTo>
                <a:cubicBezTo>
                  <a:pt x="7469" y="15933"/>
                  <a:pt x="7626" y="15931"/>
                  <a:pt x="7781" y="15927"/>
                </a:cubicBezTo>
                <a:cubicBezTo>
                  <a:pt x="9210" y="15927"/>
                  <a:pt x="10608" y="15897"/>
                  <a:pt x="12006" y="15684"/>
                </a:cubicBezTo>
                <a:cubicBezTo>
                  <a:pt x="14468" y="15349"/>
                  <a:pt x="16991" y="14468"/>
                  <a:pt x="18420" y="12340"/>
                </a:cubicBezTo>
                <a:cubicBezTo>
                  <a:pt x="19423" y="10942"/>
                  <a:pt x="19636" y="9149"/>
                  <a:pt x="19301" y="7477"/>
                </a:cubicBezTo>
                <a:cubicBezTo>
                  <a:pt x="18193" y="2079"/>
                  <a:pt x="12119" y="0"/>
                  <a:pt x="71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2"/>
          <p:cNvSpPr/>
          <p:nvPr/>
        </p:nvSpPr>
        <p:spPr>
          <a:xfrm rot="-2700000">
            <a:off x="7394929" y="276334"/>
            <a:ext cx="1285630" cy="1494578"/>
          </a:xfrm>
          <a:custGeom>
            <a:rect b="b" l="l" r="r" t="t"/>
            <a:pathLst>
              <a:path extrusionOk="0" h="31909" w="27448">
                <a:moveTo>
                  <a:pt x="3711" y="1"/>
                </a:moveTo>
                <a:cubicBezTo>
                  <a:pt x="3229" y="1"/>
                  <a:pt x="2750" y="41"/>
                  <a:pt x="2280" y="151"/>
                </a:cubicBezTo>
                <a:cubicBezTo>
                  <a:pt x="882" y="486"/>
                  <a:pt x="0" y="1823"/>
                  <a:pt x="122" y="3221"/>
                </a:cubicBezTo>
                <a:cubicBezTo>
                  <a:pt x="274" y="5623"/>
                  <a:pt x="3009" y="5835"/>
                  <a:pt x="4924" y="5835"/>
                </a:cubicBezTo>
                <a:cubicBezTo>
                  <a:pt x="7356" y="5835"/>
                  <a:pt x="9788" y="5957"/>
                  <a:pt x="12128" y="6534"/>
                </a:cubicBezTo>
                <a:cubicBezTo>
                  <a:pt x="14864" y="7173"/>
                  <a:pt x="17447" y="8632"/>
                  <a:pt x="18815" y="11215"/>
                </a:cubicBezTo>
                <a:cubicBezTo>
                  <a:pt x="19970" y="13373"/>
                  <a:pt x="20061" y="15957"/>
                  <a:pt x="19271" y="18237"/>
                </a:cubicBezTo>
                <a:cubicBezTo>
                  <a:pt x="18602" y="20212"/>
                  <a:pt x="17234" y="21915"/>
                  <a:pt x="15411" y="23009"/>
                </a:cubicBezTo>
                <a:cubicBezTo>
                  <a:pt x="13344" y="24285"/>
                  <a:pt x="10912" y="24589"/>
                  <a:pt x="8511" y="24620"/>
                </a:cubicBezTo>
                <a:cubicBezTo>
                  <a:pt x="8181" y="24629"/>
                  <a:pt x="7849" y="24632"/>
                  <a:pt x="7516" y="24632"/>
                </a:cubicBezTo>
                <a:cubicBezTo>
                  <a:pt x="6712" y="24632"/>
                  <a:pt x="5902" y="24611"/>
                  <a:pt x="5107" y="24589"/>
                </a:cubicBezTo>
                <a:cubicBezTo>
                  <a:pt x="4570" y="24562"/>
                  <a:pt x="4027" y="24516"/>
                  <a:pt x="3489" y="24516"/>
                </a:cubicBezTo>
                <a:cubicBezTo>
                  <a:pt x="2839" y="24516"/>
                  <a:pt x="2196" y="24583"/>
                  <a:pt x="1581" y="24833"/>
                </a:cubicBezTo>
                <a:cubicBezTo>
                  <a:pt x="395" y="25289"/>
                  <a:pt x="578" y="26899"/>
                  <a:pt x="699" y="27963"/>
                </a:cubicBezTo>
                <a:cubicBezTo>
                  <a:pt x="699" y="28115"/>
                  <a:pt x="730" y="28237"/>
                  <a:pt x="730" y="28328"/>
                </a:cubicBezTo>
                <a:cubicBezTo>
                  <a:pt x="912" y="29605"/>
                  <a:pt x="1520" y="30699"/>
                  <a:pt x="2584" y="31368"/>
                </a:cubicBezTo>
                <a:cubicBezTo>
                  <a:pt x="3215" y="31784"/>
                  <a:pt x="3940" y="31908"/>
                  <a:pt x="4684" y="31908"/>
                </a:cubicBezTo>
                <a:cubicBezTo>
                  <a:pt x="5517" y="31908"/>
                  <a:pt x="6372" y="31752"/>
                  <a:pt x="7143" y="31672"/>
                </a:cubicBezTo>
                <a:cubicBezTo>
                  <a:pt x="8663" y="31520"/>
                  <a:pt x="10183" y="31337"/>
                  <a:pt x="11702" y="31064"/>
                </a:cubicBezTo>
                <a:cubicBezTo>
                  <a:pt x="14712" y="30577"/>
                  <a:pt x="17751" y="29757"/>
                  <a:pt x="20365" y="28176"/>
                </a:cubicBezTo>
                <a:cubicBezTo>
                  <a:pt x="21368" y="27629"/>
                  <a:pt x="22280" y="26899"/>
                  <a:pt x="23101" y="26109"/>
                </a:cubicBezTo>
                <a:cubicBezTo>
                  <a:pt x="24408" y="24893"/>
                  <a:pt x="25441" y="23404"/>
                  <a:pt x="26110" y="21732"/>
                </a:cubicBezTo>
                <a:cubicBezTo>
                  <a:pt x="27204" y="19118"/>
                  <a:pt x="27447" y="16231"/>
                  <a:pt x="26961" y="13434"/>
                </a:cubicBezTo>
                <a:cubicBezTo>
                  <a:pt x="26688" y="11884"/>
                  <a:pt x="26140" y="10334"/>
                  <a:pt x="25441" y="8936"/>
                </a:cubicBezTo>
                <a:cubicBezTo>
                  <a:pt x="24104" y="6261"/>
                  <a:pt x="22007" y="3951"/>
                  <a:pt x="19362" y="2644"/>
                </a:cubicBezTo>
                <a:cubicBezTo>
                  <a:pt x="17386" y="1702"/>
                  <a:pt x="15198" y="1276"/>
                  <a:pt x="13070" y="1033"/>
                </a:cubicBezTo>
                <a:cubicBezTo>
                  <a:pt x="10912" y="759"/>
                  <a:pt x="8784" y="486"/>
                  <a:pt x="6626" y="273"/>
                </a:cubicBezTo>
                <a:cubicBezTo>
                  <a:pt x="5688" y="171"/>
                  <a:pt x="4695" y="1"/>
                  <a:pt x="371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3"/>
          <p:cNvSpPr/>
          <p:nvPr/>
        </p:nvSpPr>
        <p:spPr>
          <a:xfrm>
            <a:off x="0" y="150"/>
            <a:ext cx="91440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3" name="Google Shape;66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150" y="251813"/>
            <a:ext cx="8625675" cy="46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4"/>
          <p:cNvSpPr/>
          <p:nvPr/>
        </p:nvSpPr>
        <p:spPr>
          <a:xfrm>
            <a:off x="0" y="150"/>
            <a:ext cx="91440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9" name="Google Shape;66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288" y="235587"/>
            <a:ext cx="8685424" cy="467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300" y="235575"/>
            <a:ext cx="8685400" cy="4672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5"/>
          <p:cNvSpPr txBox="1"/>
          <p:nvPr>
            <p:ph type="title"/>
          </p:nvPr>
        </p:nvSpPr>
        <p:spPr>
          <a:xfrm flipH="1">
            <a:off x="2536826" y="2673629"/>
            <a:ext cx="6682800" cy="9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What Influences PPD?</a:t>
            </a:r>
            <a:endParaRPr sz="4500"/>
          </a:p>
        </p:txBody>
      </p:sp>
      <p:sp>
        <p:nvSpPr>
          <p:cNvPr id="676" name="Google Shape;676;p45"/>
          <p:cNvSpPr txBox="1"/>
          <p:nvPr>
            <p:ph idx="2" type="title"/>
          </p:nvPr>
        </p:nvSpPr>
        <p:spPr>
          <a:xfrm flipH="1">
            <a:off x="5603113" y="1776715"/>
            <a:ext cx="912300" cy="91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03</a:t>
            </a:r>
            <a:endParaRPr sz="4600"/>
          </a:p>
        </p:txBody>
      </p:sp>
      <p:sp>
        <p:nvSpPr>
          <p:cNvPr id="677" name="Google Shape;677;p45"/>
          <p:cNvSpPr/>
          <p:nvPr/>
        </p:nvSpPr>
        <p:spPr>
          <a:xfrm>
            <a:off x="1818142" y="954498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678" name="Google Shape;678;p45"/>
          <p:cNvGrpSpPr/>
          <p:nvPr/>
        </p:nvGrpSpPr>
        <p:grpSpPr>
          <a:xfrm>
            <a:off x="1256606" y="3199915"/>
            <a:ext cx="1618021" cy="1939016"/>
            <a:chOff x="6382288" y="83496"/>
            <a:chExt cx="1287823" cy="1543311"/>
          </a:xfrm>
        </p:grpSpPr>
        <p:sp>
          <p:nvSpPr>
            <p:cNvPr id="679" name="Google Shape;679;p45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45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45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5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5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5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5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5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7" name="Google Shape;687;p45"/>
          <p:cNvGrpSpPr/>
          <p:nvPr/>
        </p:nvGrpSpPr>
        <p:grpSpPr>
          <a:xfrm>
            <a:off x="5739393" y="954496"/>
            <a:ext cx="639772" cy="639534"/>
            <a:chOff x="5615636" y="2704569"/>
            <a:chExt cx="411244" cy="411091"/>
          </a:xfrm>
        </p:grpSpPr>
        <p:sp>
          <p:nvSpPr>
            <p:cNvPr id="688" name="Google Shape;688;p45"/>
            <p:cNvSpPr/>
            <p:nvPr/>
          </p:nvSpPr>
          <p:spPr>
            <a:xfrm>
              <a:off x="5792433" y="2704569"/>
              <a:ext cx="234447" cy="259298"/>
            </a:xfrm>
            <a:custGeom>
              <a:rect b="b" l="l" r="r" t="t"/>
              <a:pathLst>
                <a:path extrusionOk="0" h="11874" w="10736">
                  <a:moveTo>
                    <a:pt x="2722" y="733"/>
                  </a:moveTo>
                  <a:cubicBezTo>
                    <a:pt x="2963" y="733"/>
                    <a:pt x="3163" y="930"/>
                    <a:pt x="3163" y="1174"/>
                  </a:cubicBezTo>
                  <a:cubicBezTo>
                    <a:pt x="3163" y="1416"/>
                    <a:pt x="2963" y="1616"/>
                    <a:pt x="2722" y="1616"/>
                  </a:cubicBezTo>
                  <a:lnTo>
                    <a:pt x="2280" y="1616"/>
                  </a:lnTo>
                  <a:cubicBezTo>
                    <a:pt x="2036" y="1616"/>
                    <a:pt x="1839" y="1416"/>
                    <a:pt x="1839" y="1174"/>
                  </a:cubicBezTo>
                  <a:cubicBezTo>
                    <a:pt x="1839" y="930"/>
                    <a:pt x="2036" y="733"/>
                    <a:pt x="2280" y="733"/>
                  </a:cubicBezTo>
                  <a:close/>
                  <a:moveTo>
                    <a:pt x="8461" y="733"/>
                  </a:moveTo>
                  <a:cubicBezTo>
                    <a:pt x="8702" y="733"/>
                    <a:pt x="8902" y="930"/>
                    <a:pt x="8902" y="1174"/>
                  </a:cubicBezTo>
                  <a:cubicBezTo>
                    <a:pt x="8902" y="1416"/>
                    <a:pt x="8702" y="1616"/>
                    <a:pt x="8461" y="1616"/>
                  </a:cubicBezTo>
                  <a:lnTo>
                    <a:pt x="8020" y="1616"/>
                  </a:lnTo>
                  <a:cubicBezTo>
                    <a:pt x="7776" y="1616"/>
                    <a:pt x="7579" y="1416"/>
                    <a:pt x="7579" y="1174"/>
                  </a:cubicBezTo>
                  <a:cubicBezTo>
                    <a:pt x="7579" y="930"/>
                    <a:pt x="7776" y="733"/>
                    <a:pt x="8020" y="733"/>
                  </a:cubicBezTo>
                  <a:close/>
                  <a:moveTo>
                    <a:pt x="886" y="7461"/>
                  </a:moveTo>
                  <a:lnTo>
                    <a:pt x="886" y="7461"/>
                  </a:lnTo>
                  <a:cubicBezTo>
                    <a:pt x="2239" y="8267"/>
                    <a:pt x="3772" y="8688"/>
                    <a:pt x="5369" y="8688"/>
                  </a:cubicBezTo>
                  <a:cubicBezTo>
                    <a:pt x="6964" y="8688"/>
                    <a:pt x="8496" y="8267"/>
                    <a:pt x="9850" y="7461"/>
                  </a:cubicBezTo>
                  <a:lnTo>
                    <a:pt x="9850" y="7461"/>
                  </a:lnTo>
                  <a:cubicBezTo>
                    <a:pt x="9726" y="7740"/>
                    <a:pt x="9532" y="7988"/>
                    <a:pt x="9282" y="8173"/>
                  </a:cubicBezTo>
                  <a:lnTo>
                    <a:pt x="5369" y="11050"/>
                  </a:lnTo>
                  <a:lnTo>
                    <a:pt x="1457" y="8173"/>
                  </a:lnTo>
                  <a:cubicBezTo>
                    <a:pt x="1207" y="7988"/>
                    <a:pt x="1010" y="7740"/>
                    <a:pt x="886" y="7461"/>
                  </a:cubicBezTo>
                  <a:close/>
                  <a:moveTo>
                    <a:pt x="8020" y="1"/>
                  </a:moveTo>
                  <a:cubicBezTo>
                    <a:pt x="7373" y="1"/>
                    <a:pt x="6843" y="530"/>
                    <a:pt x="6843" y="1177"/>
                  </a:cubicBezTo>
                  <a:cubicBezTo>
                    <a:pt x="6843" y="1825"/>
                    <a:pt x="7373" y="2354"/>
                    <a:pt x="8020" y="2354"/>
                  </a:cubicBezTo>
                  <a:lnTo>
                    <a:pt x="8461" y="2354"/>
                  </a:lnTo>
                  <a:cubicBezTo>
                    <a:pt x="8964" y="2354"/>
                    <a:pt x="9391" y="2039"/>
                    <a:pt x="9561" y="1592"/>
                  </a:cubicBezTo>
                  <a:cubicBezTo>
                    <a:pt x="9817" y="1692"/>
                    <a:pt x="9997" y="1942"/>
                    <a:pt x="9997" y="2236"/>
                  </a:cubicBezTo>
                  <a:lnTo>
                    <a:pt x="9997" y="6496"/>
                  </a:lnTo>
                  <a:cubicBezTo>
                    <a:pt x="8599" y="7476"/>
                    <a:pt x="6981" y="7965"/>
                    <a:pt x="5363" y="7965"/>
                  </a:cubicBezTo>
                  <a:cubicBezTo>
                    <a:pt x="3745" y="7965"/>
                    <a:pt x="2127" y="7476"/>
                    <a:pt x="730" y="6496"/>
                  </a:cubicBezTo>
                  <a:lnTo>
                    <a:pt x="730" y="2236"/>
                  </a:lnTo>
                  <a:cubicBezTo>
                    <a:pt x="730" y="1942"/>
                    <a:pt x="915" y="1692"/>
                    <a:pt x="1177" y="1592"/>
                  </a:cubicBezTo>
                  <a:cubicBezTo>
                    <a:pt x="1345" y="2039"/>
                    <a:pt x="1774" y="2357"/>
                    <a:pt x="2280" y="2357"/>
                  </a:cubicBezTo>
                  <a:lnTo>
                    <a:pt x="2722" y="2357"/>
                  </a:lnTo>
                  <a:cubicBezTo>
                    <a:pt x="3369" y="2357"/>
                    <a:pt x="3898" y="1828"/>
                    <a:pt x="3898" y="1180"/>
                  </a:cubicBezTo>
                  <a:cubicBezTo>
                    <a:pt x="3898" y="533"/>
                    <a:pt x="3369" y="4"/>
                    <a:pt x="2722" y="4"/>
                  </a:cubicBezTo>
                  <a:lnTo>
                    <a:pt x="2280" y="4"/>
                  </a:lnTo>
                  <a:cubicBezTo>
                    <a:pt x="1751" y="4"/>
                    <a:pt x="1301" y="357"/>
                    <a:pt x="1154" y="839"/>
                  </a:cubicBezTo>
                  <a:cubicBezTo>
                    <a:pt x="495" y="966"/>
                    <a:pt x="1" y="1545"/>
                    <a:pt x="1" y="2239"/>
                  </a:cubicBezTo>
                  <a:lnTo>
                    <a:pt x="1" y="6752"/>
                  </a:lnTo>
                  <a:cubicBezTo>
                    <a:pt x="1" y="7543"/>
                    <a:pt x="380" y="8296"/>
                    <a:pt x="1018" y="8767"/>
                  </a:cubicBezTo>
                  <a:lnTo>
                    <a:pt x="5152" y="11806"/>
                  </a:lnTo>
                  <a:cubicBezTo>
                    <a:pt x="5216" y="11853"/>
                    <a:pt x="5290" y="11874"/>
                    <a:pt x="5366" y="11874"/>
                  </a:cubicBezTo>
                  <a:cubicBezTo>
                    <a:pt x="5446" y="11874"/>
                    <a:pt x="5522" y="11853"/>
                    <a:pt x="5584" y="11806"/>
                  </a:cubicBezTo>
                  <a:lnTo>
                    <a:pt x="9717" y="8767"/>
                  </a:lnTo>
                  <a:cubicBezTo>
                    <a:pt x="10359" y="8296"/>
                    <a:pt x="10735" y="7546"/>
                    <a:pt x="10735" y="6752"/>
                  </a:cubicBezTo>
                  <a:lnTo>
                    <a:pt x="10735" y="2234"/>
                  </a:lnTo>
                  <a:cubicBezTo>
                    <a:pt x="10732" y="1542"/>
                    <a:pt x="10241" y="966"/>
                    <a:pt x="9585" y="836"/>
                  </a:cubicBezTo>
                  <a:cubicBezTo>
                    <a:pt x="9438" y="354"/>
                    <a:pt x="8991" y="1"/>
                    <a:pt x="84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5"/>
            <p:cNvSpPr/>
            <p:nvPr/>
          </p:nvSpPr>
          <p:spPr>
            <a:xfrm>
              <a:off x="5615636" y="2902045"/>
              <a:ext cx="213636" cy="195708"/>
            </a:xfrm>
            <a:custGeom>
              <a:rect b="b" l="l" r="r" t="t"/>
              <a:pathLst>
                <a:path extrusionOk="0" h="8962" w="9783">
                  <a:moveTo>
                    <a:pt x="2987" y="1"/>
                  </a:moveTo>
                  <a:cubicBezTo>
                    <a:pt x="1339" y="1"/>
                    <a:pt x="1" y="1371"/>
                    <a:pt x="1" y="3057"/>
                  </a:cubicBezTo>
                  <a:cubicBezTo>
                    <a:pt x="1" y="4019"/>
                    <a:pt x="801" y="5302"/>
                    <a:pt x="2369" y="6867"/>
                  </a:cubicBezTo>
                  <a:cubicBezTo>
                    <a:pt x="3507" y="7993"/>
                    <a:pt x="4619" y="8852"/>
                    <a:pt x="4669" y="8885"/>
                  </a:cubicBezTo>
                  <a:cubicBezTo>
                    <a:pt x="4734" y="8935"/>
                    <a:pt x="4811" y="8961"/>
                    <a:pt x="4893" y="8961"/>
                  </a:cubicBezTo>
                  <a:cubicBezTo>
                    <a:pt x="4972" y="8961"/>
                    <a:pt x="5052" y="8935"/>
                    <a:pt x="5117" y="8885"/>
                  </a:cubicBezTo>
                  <a:cubicBezTo>
                    <a:pt x="5205" y="8817"/>
                    <a:pt x="7291" y="7214"/>
                    <a:pt x="8641" y="5508"/>
                  </a:cubicBezTo>
                  <a:cubicBezTo>
                    <a:pt x="8764" y="5349"/>
                    <a:pt x="8738" y="5119"/>
                    <a:pt x="8582" y="4993"/>
                  </a:cubicBezTo>
                  <a:cubicBezTo>
                    <a:pt x="8515" y="4940"/>
                    <a:pt x="8434" y="4915"/>
                    <a:pt x="8354" y="4915"/>
                  </a:cubicBezTo>
                  <a:cubicBezTo>
                    <a:pt x="8246" y="4915"/>
                    <a:pt x="8138" y="4962"/>
                    <a:pt x="8067" y="5052"/>
                  </a:cubicBezTo>
                  <a:cubicBezTo>
                    <a:pt x="7023" y="6370"/>
                    <a:pt x="5470" y="7664"/>
                    <a:pt x="4896" y="8123"/>
                  </a:cubicBezTo>
                  <a:cubicBezTo>
                    <a:pt x="3555" y="7061"/>
                    <a:pt x="742" y="4522"/>
                    <a:pt x="742" y="3051"/>
                  </a:cubicBezTo>
                  <a:cubicBezTo>
                    <a:pt x="742" y="1772"/>
                    <a:pt x="1751" y="730"/>
                    <a:pt x="2993" y="730"/>
                  </a:cubicBezTo>
                  <a:cubicBezTo>
                    <a:pt x="3616" y="730"/>
                    <a:pt x="4193" y="989"/>
                    <a:pt x="4625" y="1451"/>
                  </a:cubicBezTo>
                  <a:cubicBezTo>
                    <a:pt x="4693" y="1530"/>
                    <a:pt x="4793" y="1569"/>
                    <a:pt x="4896" y="1569"/>
                  </a:cubicBezTo>
                  <a:cubicBezTo>
                    <a:pt x="4999" y="1569"/>
                    <a:pt x="5099" y="1524"/>
                    <a:pt x="5167" y="1451"/>
                  </a:cubicBezTo>
                  <a:cubicBezTo>
                    <a:pt x="5599" y="986"/>
                    <a:pt x="6179" y="730"/>
                    <a:pt x="6799" y="730"/>
                  </a:cubicBezTo>
                  <a:cubicBezTo>
                    <a:pt x="7926" y="730"/>
                    <a:pt x="8885" y="1595"/>
                    <a:pt x="9032" y="2742"/>
                  </a:cubicBezTo>
                  <a:cubicBezTo>
                    <a:pt x="9057" y="2930"/>
                    <a:pt x="9215" y="3063"/>
                    <a:pt x="9399" y="3063"/>
                  </a:cubicBezTo>
                  <a:cubicBezTo>
                    <a:pt x="9414" y="3063"/>
                    <a:pt x="9429" y="3062"/>
                    <a:pt x="9444" y="3060"/>
                  </a:cubicBezTo>
                  <a:cubicBezTo>
                    <a:pt x="9644" y="3037"/>
                    <a:pt x="9782" y="2854"/>
                    <a:pt x="9759" y="2651"/>
                  </a:cubicBezTo>
                  <a:cubicBezTo>
                    <a:pt x="9562" y="1139"/>
                    <a:pt x="8291" y="1"/>
                    <a:pt x="6796" y="1"/>
                  </a:cubicBezTo>
                  <a:cubicBezTo>
                    <a:pt x="6102" y="1"/>
                    <a:pt x="5426" y="251"/>
                    <a:pt x="4893" y="704"/>
                  </a:cubicBezTo>
                  <a:cubicBezTo>
                    <a:pt x="4361" y="254"/>
                    <a:pt x="3684" y="1"/>
                    <a:pt x="2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45"/>
            <p:cNvSpPr/>
            <p:nvPr/>
          </p:nvSpPr>
          <p:spPr>
            <a:xfrm>
              <a:off x="5714451" y="2984023"/>
              <a:ext cx="16072" cy="16072"/>
            </a:xfrm>
            <a:custGeom>
              <a:rect b="b" l="l" r="r" t="t"/>
              <a:pathLst>
                <a:path extrusionOk="0" h="736" w="736">
                  <a:moveTo>
                    <a:pt x="368" y="0"/>
                  </a:moveTo>
                  <a:cubicBezTo>
                    <a:pt x="268" y="0"/>
                    <a:pt x="177" y="41"/>
                    <a:pt x="106" y="106"/>
                  </a:cubicBezTo>
                  <a:cubicBezTo>
                    <a:pt x="36" y="177"/>
                    <a:pt x="0" y="268"/>
                    <a:pt x="0" y="368"/>
                  </a:cubicBezTo>
                  <a:cubicBezTo>
                    <a:pt x="0" y="465"/>
                    <a:pt x="42" y="559"/>
                    <a:pt x="106" y="630"/>
                  </a:cubicBezTo>
                  <a:cubicBezTo>
                    <a:pt x="177" y="700"/>
                    <a:pt x="268" y="736"/>
                    <a:pt x="368" y="736"/>
                  </a:cubicBezTo>
                  <a:cubicBezTo>
                    <a:pt x="468" y="736"/>
                    <a:pt x="559" y="695"/>
                    <a:pt x="630" y="630"/>
                  </a:cubicBezTo>
                  <a:cubicBezTo>
                    <a:pt x="698" y="559"/>
                    <a:pt x="736" y="468"/>
                    <a:pt x="736" y="368"/>
                  </a:cubicBezTo>
                  <a:cubicBezTo>
                    <a:pt x="736" y="274"/>
                    <a:pt x="698" y="177"/>
                    <a:pt x="630" y="106"/>
                  </a:cubicBezTo>
                  <a:cubicBezTo>
                    <a:pt x="559" y="39"/>
                    <a:pt x="468" y="0"/>
                    <a:pt x="3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45"/>
            <p:cNvSpPr/>
            <p:nvPr/>
          </p:nvSpPr>
          <p:spPr>
            <a:xfrm>
              <a:off x="5679183" y="2948690"/>
              <a:ext cx="238553" cy="166970"/>
            </a:xfrm>
            <a:custGeom>
              <a:rect b="b" l="l" r="r" t="t"/>
              <a:pathLst>
                <a:path extrusionOk="0" h="7646" w="10924">
                  <a:moveTo>
                    <a:pt x="1983" y="736"/>
                  </a:moveTo>
                  <a:cubicBezTo>
                    <a:pt x="2671" y="736"/>
                    <a:pt x="3233" y="1298"/>
                    <a:pt x="3233" y="1986"/>
                  </a:cubicBezTo>
                  <a:cubicBezTo>
                    <a:pt x="3233" y="2674"/>
                    <a:pt x="2674" y="3236"/>
                    <a:pt x="1983" y="3236"/>
                  </a:cubicBezTo>
                  <a:cubicBezTo>
                    <a:pt x="1295" y="3236"/>
                    <a:pt x="733" y="2674"/>
                    <a:pt x="733" y="1986"/>
                  </a:cubicBezTo>
                  <a:cubicBezTo>
                    <a:pt x="733" y="1298"/>
                    <a:pt x="1295" y="736"/>
                    <a:pt x="1983" y="736"/>
                  </a:cubicBezTo>
                  <a:close/>
                  <a:moveTo>
                    <a:pt x="1986" y="0"/>
                  </a:moveTo>
                  <a:cubicBezTo>
                    <a:pt x="892" y="0"/>
                    <a:pt x="0" y="892"/>
                    <a:pt x="0" y="1986"/>
                  </a:cubicBezTo>
                  <a:cubicBezTo>
                    <a:pt x="0" y="3083"/>
                    <a:pt x="892" y="3972"/>
                    <a:pt x="1986" y="3972"/>
                  </a:cubicBezTo>
                  <a:cubicBezTo>
                    <a:pt x="2957" y="3972"/>
                    <a:pt x="3766" y="3275"/>
                    <a:pt x="3939" y="2351"/>
                  </a:cubicBezTo>
                  <a:lnTo>
                    <a:pt x="6849" y="2351"/>
                  </a:lnTo>
                  <a:cubicBezTo>
                    <a:pt x="7269" y="2351"/>
                    <a:pt x="7614" y="2692"/>
                    <a:pt x="7614" y="3116"/>
                  </a:cubicBezTo>
                  <a:lnTo>
                    <a:pt x="7614" y="5990"/>
                  </a:lnTo>
                  <a:cubicBezTo>
                    <a:pt x="7614" y="6902"/>
                    <a:pt x="8355" y="7646"/>
                    <a:pt x="9267" y="7646"/>
                  </a:cubicBezTo>
                  <a:cubicBezTo>
                    <a:pt x="10179" y="7646"/>
                    <a:pt x="10923" y="6902"/>
                    <a:pt x="10923" y="5990"/>
                  </a:cubicBezTo>
                  <a:lnTo>
                    <a:pt x="10923" y="3148"/>
                  </a:lnTo>
                  <a:cubicBezTo>
                    <a:pt x="10917" y="2945"/>
                    <a:pt x="10755" y="2780"/>
                    <a:pt x="10549" y="2780"/>
                  </a:cubicBezTo>
                  <a:cubicBezTo>
                    <a:pt x="10349" y="2780"/>
                    <a:pt x="10182" y="2945"/>
                    <a:pt x="10182" y="3148"/>
                  </a:cubicBezTo>
                  <a:lnTo>
                    <a:pt x="10182" y="5990"/>
                  </a:lnTo>
                  <a:cubicBezTo>
                    <a:pt x="10182" y="6499"/>
                    <a:pt x="9770" y="6911"/>
                    <a:pt x="9264" y="6911"/>
                  </a:cubicBezTo>
                  <a:cubicBezTo>
                    <a:pt x="8755" y="6911"/>
                    <a:pt x="8343" y="6499"/>
                    <a:pt x="8343" y="5990"/>
                  </a:cubicBezTo>
                  <a:lnTo>
                    <a:pt x="8343" y="3116"/>
                  </a:lnTo>
                  <a:cubicBezTo>
                    <a:pt x="8343" y="2289"/>
                    <a:pt x="7672" y="1615"/>
                    <a:pt x="6843" y="1615"/>
                  </a:cubicBezTo>
                  <a:lnTo>
                    <a:pt x="3936" y="1615"/>
                  </a:lnTo>
                  <a:cubicBezTo>
                    <a:pt x="3763" y="695"/>
                    <a:pt x="2954" y="0"/>
                    <a:pt x="19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5"/>
            <p:cNvSpPr/>
            <p:nvPr/>
          </p:nvSpPr>
          <p:spPr>
            <a:xfrm>
              <a:off x="5901511" y="2976686"/>
              <a:ext cx="16094" cy="16094"/>
            </a:xfrm>
            <a:custGeom>
              <a:rect b="b" l="l" r="r" t="t"/>
              <a:pathLst>
                <a:path extrusionOk="0" h="737" w="737">
                  <a:moveTo>
                    <a:pt x="368" y="1"/>
                  </a:moveTo>
                  <a:cubicBezTo>
                    <a:pt x="268" y="1"/>
                    <a:pt x="177" y="42"/>
                    <a:pt x="107" y="107"/>
                  </a:cubicBezTo>
                  <a:cubicBezTo>
                    <a:pt x="39" y="177"/>
                    <a:pt x="1" y="272"/>
                    <a:pt x="1" y="369"/>
                  </a:cubicBezTo>
                  <a:cubicBezTo>
                    <a:pt x="1" y="466"/>
                    <a:pt x="42" y="560"/>
                    <a:pt x="107" y="630"/>
                  </a:cubicBezTo>
                  <a:cubicBezTo>
                    <a:pt x="177" y="701"/>
                    <a:pt x="268" y="736"/>
                    <a:pt x="368" y="736"/>
                  </a:cubicBezTo>
                  <a:cubicBezTo>
                    <a:pt x="468" y="736"/>
                    <a:pt x="560" y="695"/>
                    <a:pt x="630" y="630"/>
                  </a:cubicBezTo>
                  <a:cubicBezTo>
                    <a:pt x="701" y="560"/>
                    <a:pt x="736" y="469"/>
                    <a:pt x="736" y="369"/>
                  </a:cubicBezTo>
                  <a:cubicBezTo>
                    <a:pt x="736" y="275"/>
                    <a:pt x="701" y="177"/>
                    <a:pt x="630" y="107"/>
                  </a:cubicBezTo>
                  <a:cubicBezTo>
                    <a:pt x="560" y="39"/>
                    <a:pt x="468" y="1"/>
                    <a:pt x="3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6"/>
          <p:cNvSpPr txBox="1"/>
          <p:nvPr>
            <p:ph type="title"/>
          </p:nvPr>
        </p:nvSpPr>
        <p:spPr>
          <a:xfrm>
            <a:off x="587200" y="445025"/>
            <a:ext cx="78369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links to EDS Scores?</a:t>
            </a:r>
            <a:endParaRPr/>
          </a:p>
        </p:txBody>
      </p:sp>
      <p:sp>
        <p:nvSpPr>
          <p:cNvPr id="698" name="Google Shape;698;p46"/>
          <p:cNvSpPr txBox="1"/>
          <p:nvPr>
            <p:ph idx="2" type="subTitle"/>
          </p:nvPr>
        </p:nvSpPr>
        <p:spPr>
          <a:xfrm>
            <a:off x="713300" y="1272275"/>
            <a:ext cx="4896000" cy="3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Of the Social Determinant questions given to patients who also completed the EDS screening, we ran Linear Regressions on 14 questons.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Of these 14 regression models, we found that 10 were statistically significant.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What we are looking for: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Something Actionable 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Protective Factors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99" name="Google Shape;699;p46"/>
          <p:cNvSpPr/>
          <p:nvPr/>
        </p:nvSpPr>
        <p:spPr>
          <a:xfrm>
            <a:off x="5813892" y="1955323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700" name="Google Shape;700;p46"/>
          <p:cNvSpPr/>
          <p:nvPr/>
        </p:nvSpPr>
        <p:spPr>
          <a:xfrm rot="-5400000">
            <a:off x="5141329" y="3817503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1" name="Google Shape;701;p46"/>
          <p:cNvGrpSpPr/>
          <p:nvPr/>
        </p:nvGrpSpPr>
        <p:grpSpPr>
          <a:xfrm>
            <a:off x="6003743" y="-583735"/>
            <a:ext cx="1618021" cy="1939016"/>
            <a:chOff x="6382288" y="83496"/>
            <a:chExt cx="1287823" cy="1543311"/>
          </a:xfrm>
        </p:grpSpPr>
        <p:sp>
          <p:nvSpPr>
            <p:cNvPr id="702" name="Google Shape;702;p46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46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46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46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46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46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46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46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" name="Google Shape;714;p47" title="Screenshot 2026-04-18 at 6.53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730" y="0"/>
            <a:ext cx="7500545" cy="5143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5" name="Google Shape;715;p47"/>
          <p:cNvSpPr txBox="1"/>
          <p:nvPr/>
        </p:nvSpPr>
        <p:spPr>
          <a:xfrm>
            <a:off x="6845075" y="122300"/>
            <a:ext cx="1453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rPr>
              <a:t>Weight: 6.301</a:t>
            </a:r>
            <a:endParaRPr>
              <a:solidFill>
                <a:schemeClr val="dk1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8"/>
          <p:cNvSpPr txBox="1"/>
          <p:nvPr>
            <p:ph idx="1" type="subTitle"/>
          </p:nvPr>
        </p:nvSpPr>
        <p:spPr>
          <a:xfrm>
            <a:off x="713225" y="2419350"/>
            <a:ext cx="2568000" cy="5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</a:t>
            </a:r>
            <a:endParaRPr/>
          </a:p>
        </p:txBody>
      </p:sp>
      <p:sp>
        <p:nvSpPr>
          <p:cNvPr id="721" name="Google Shape;721;p48"/>
          <p:cNvSpPr txBox="1"/>
          <p:nvPr>
            <p:ph idx="5" type="subTitle"/>
          </p:nvPr>
        </p:nvSpPr>
        <p:spPr>
          <a:xfrm>
            <a:off x="3284645" y="2419350"/>
            <a:ext cx="2568000" cy="5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Financing</a:t>
            </a:r>
            <a:endParaRPr/>
          </a:p>
        </p:txBody>
      </p:sp>
      <p:sp>
        <p:nvSpPr>
          <p:cNvPr id="722" name="Google Shape;722;p48"/>
          <p:cNvSpPr txBox="1"/>
          <p:nvPr>
            <p:ph idx="6" type="subTitle"/>
          </p:nvPr>
        </p:nvSpPr>
        <p:spPr>
          <a:xfrm>
            <a:off x="5856065" y="2419350"/>
            <a:ext cx="2568000" cy="5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</a:t>
            </a:r>
            <a:endParaRPr/>
          </a:p>
        </p:txBody>
      </p:sp>
      <p:sp>
        <p:nvSpPr>
          <p:cNvPr id="723" name="Google Shape;723;p48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Healthcare research</a:t>
            </a:r>
            <a:endParaRPr/>
          </a:p>
        </p:txBody>
      </p:sp>
      <p:sp>
        <p:nvSpPr>
          <p:cNvPr id="724" name="Google Shape;724;p48"/>
          <p:cNvSpPr txBox="1"/>
          <p:nvPr>
            <p:ph idx="2" type="subTitle"/>
          </p:nvPr>
        </p:nvSpPr>
        <p:spPr>
          <a:xfrm>
            <a:off x="713225" y="2959275"/>
            <a:ext cx="2568000" cy="8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</a:t>
            </a:r>
            <a:r>
              <a:rPr lang="en"/>
              <a:t> the closest planet to the Sun and the smallest of them all</a:t>
            </a:r>
            <a:endParaRPr/>
          </a:p>
        </p:txBody>
      </p:sp>
      <p:sp>
        <p:nvSpPr>
          <p:cNvPr id="725" name="Google Shape;725;p48"/>
          <p:cNvSpPr txBox="1"/>
          <p:nvPr>
            <p:ph idx="3" type="subTitle"/>
          </p:nvPr>
        </p:nvSpPr>
        <p:spPr>
          <a:xfrm>
            <a:off x="3284645" y="2959275"/>
            <a:ext cx="2568000" cy="8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sp>
        <p:nvSpPr>
          <p:cNvPr id="726" name="Google Shape;726;p48"/>
          <p:cNvSpPr txBox="1"/>
          <p:nvPr>
            <p:ph idx="4" type="subTitle"/>
          </p:nvPr>
        </p:nvSpPr>
        <p:spPr>
          <a:xfrm>
            <a:off x="5856065" y="2959275"/>
            <a:ext cx="2568000" cy="8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place. It’s full of iron oxide dust</a:t>
            </a:r>
            <a:endParaRPr/>
          </a:p>
        </p:txBody>
      </p:sp>
      <p:grpSp>
        <p:nvGrpSpPr>
          <p:cNvPr id="727" name="Google Shape;727;p48"/>
          <p:cNvGrpSpPr/>
          <p:nvPr/>
        </p:nvGrpSpPr>
        <p:grpSpPr>
          <a:xfrm>
            <a:off x="1791680" y="1812386"/>
            <a:ext cx="411091" cy="411222"/>
            <a:chOff x="3197963" y="1384186"/>
            <a:chExt cx="411091" cy="411222"/>
          </a:xfrm>
        </p:grpSpPr>
        <p:sp>
          <p:nvSpPr>
            <p:cNvPr id="728" name="Google Shape;728;p48"/>
            <p:cNvSpPr/>
            <p:nvPr/>
          </p:nvSpPr>
          <p:spPr>
            <a:xfrm>
              <a:off x="3309662" y="1405303"/>
              <a:ext cx="49375" cy="49375"/>
            </a:xfrm>
            <a:custGeom>
              <a:rect b="b" l="l" r="r" t="t"/>
              <a:pathLst>
                <a:path extrusionOk="0" h="2261" w="2261">
                  <a:moveTo>
                    <a:pt x="1130" y="1"/>
                  </a:moveTo>
                  <a:cubicBezTo>
                    <a:pt x="927" y="1"/>
                    <a:pt x="763" y="166"/>
                    <a:pt x="763" y="369"/>
                  </a:cubicBezTo>
                  <a:lnTo>
                    <a:pt x="763" y="763"/>
                  </a:lnTo>
                  <a:lnTo>
                    <a:pt x="369" y="763"/>
                  </a:lnTo>
                  <a:cubicBezTo>
                    <a:pt x="166" y="763"/>
                    <a:pt x="1" y="928"/>
                    <a:pt x="1" y="1131"/>
                  </a:cubicBezTo>
                  <a:cubicBezTo>
                    <a:pt x="1" y="1334"/>
                    <a:pt x="166" y="1498"/>
                    <a:pt x="369" y="1498"/>
                  </a:cubicBezTo>
                  <a:lnTo>
                    <a:pt x="763" y="1498"/>
                  </a:lnTo>
                  <a:lnTo>
                    <a:pt x="763" y="1892"/>
                  </a:lnTo>
                  <a:cubicBezTo>
                    <a:pt x="763" y="2093"/>
                    <a:pt x="927" y="2260"/>
                    <a:pt x="1130" y="2260"/>
                  </a:cubicBezTo>
                  <a:cubicBezTo>
                    <a:pt x="1333" y="2260"/>
                    <a:pt x="1498" y="2093"/>
                    <a:pt x="1498" y="1892"/>
                  </a:cubicBezTo>
                  <a:lnTo>
                    <a:pt x="1498" y="1498"/>
                  </a:lnTo>
                  <a:lnTo>
                    <a:pt x="1892" y="1498"/>
                  </a:lnTo>
                  <a:cubicBezTo>
                    <a:pt x="2092" y="1498"/>
                    <a:pt x="2260" y="1334"/>
                    <a:pt x="2260" y="1131"/>
                  </a:cubicBezTo>
                  <a:cubicBezTo>
                    <a:pt x="2260" y="928"/>
                    <a:pt x="2098" y="763"/>
                    <a:pt x="1892" y="763"/>
                  </a:cubicBezTo>
                  <a:lnTo>
                    <a:pt x="1498" y="763"/>
                  </a:lnTo>
                  <a:lnTo>
                    <a:pt x="1498" y="369"/>
                  </a:lnTo>
                  <a:cubicBezTo>
                    <a:pt x="1498" y="166"/>
                    <a:pt x="1333" y="1"/>
                    <a:pt x="1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8"/>
            <p:cNvSpPr/>
            <p:nvPr/>
          </p:nvSpPr>
          <p:spPr>
            <a:xfrm>
              <a:off x="3197963" y="1384186"/>
              <a:ext cx="411091" cy="411222"/>
            </a:xfrm>
            <a:custGeom>
              <a:rect b="b" l="l" r="r" t="t"/>
              <a:pathLst>
                <a:path extrusionOk="0" h="18831" w="18825">
                  <a:moveTo>
                    <a:pt x="6244" y="747"/>
                  </a:moveTo>
                  <a:cubicBezTo>
                    <a:pt x="7184" y="747"/>
                    <a:pt x="8124" y="1036"/>
                    <a:pt x="8914" y="1612"/>
                  </a:cubicBezTo>
                  <a:lnTo>
                    <a:pt x="8434" y="3454"/>
                  </a:lnTo>
                  <a:lnTo>
                    <a:pt x="4051" y="3454"/>
                  </a:lnTo>
                  <a:lnTo>
                    <a:pt x="3571" y="1612"/>
                  </a:lnTo>
                  <a:cubicBezTo>
                    <a:pt x="4363" y="1036"/>
                    <a:pt x="5303" y="747"/>
                    <a:pt x="6244" y="747"/>
                  </a:cubicBezTo>
                  <a:close/>
                  <a:moveTo>
                    <a:pt x="8349" y="4189"/>
                  </a:moveTo>
                  <a:lnTo>
                    <a:pt x="8349" y="5113"/>
                  </a:lnTo>
                  <a:cubicBezTo>
                    <a:pt x="8346" y="6331"/>
                    <a:pt x="7443" y="7375"/>
                    <a:pt x="6245" y="7560"/>
                  </a:cubicBezTo>
                  <a:cubicBezTo>
                    <a:pt x="5042" y="7378"/>
                    <a:pt x="4145" y="6334"/>
                    <a:pt x="4145" y="5113"/>
                  </a:cubicBezTo>
                  <a:lnTo>
                    <a:pt x="4145" y="4189"/>
                  </a:lnTo>
                  <a:close/>
                  <a:moveTo>
                    <a:pt x="7072" y="8087"/>
                  </a:moveTo>
                  <a:lnTo>
                    <a:pt x="7072" y="8487"/>
                  </a:lnTo>
                  <a:lnTo>
                    <a:pt x="6242" y="11688"/>
                  </a:lnTo>
                  <a:lnTo>
                    <a:pt x="5410" y="8487"/>
                  </a:lnTo>
                  <a:lnTo>
                    <a:pt x="5410" y="8087"/>
                  </a:lnTo>
                  <a:cubicBezTo>
                    <a:pt x="5657" y="8187"/>
                    <a:pt x="5919" y="8261"/>
                    <a:pt x="6192" y="8296"/>
                  </a:cubicBezTo>
                  <a:cubicBezTo>
                    <a:pt x="6207" y="8302"/>
                    <a:pt x="6228" y="8302"/>
                    <a:pt x="6242" y="8302"/>
                  </a:cubicBezTo>
                  <a:cubicBezTo>
                    <a:pt x="6257" y="8302"/>
                    <a:pt x="6275" y="8302"/>
                    <a:pt x="6290" y="8296"/>
                  </a:cubicBezTo>
                  <a:cubicBezTo>
                    <a:pt x="6560" y="8261"/>
                    <a:pt x="6825" y="8190"/>
                    <a:pt x="7072" y="8087"/>
                  </a:cubicBezTo>
                  <a:close/>
                  <a:moveTo>
                    <a:pt x="4748" y="8840"/>
                  </a:moveTo>
                  <a:lnTo>
                    <a:pt x="5848" y="13076"/>
                  </a:lnTo>
                  <a:lnTo>
                    <a:pt x="730" y="13076"/>
                  </a:lnTo>
                  <a:lnTo>
                    <a:pt x="730" y="11291"/>
                  </a:lnTo>
                  <a:cubicBezTo>
                    <a:pt x="730" y="10455"/>
                    <a:pt x="1292" y="9731"/>
                    <a:pt x="2100" y="9523"/>
                  </a:cubicBezTo>
                  <a:lnTo>
                    <a:pt x="4748" y="8840"/>
                  </a:lnTo>
                  <a:close/>
                  <a:moveTo>
                    <a:pt x="12526" y="7899"/>
                  </a:moveTo>
                  <a:cubicBezTo>
                    <a:pt x="13876" y="7899"/>
                    <a:pt x="14971" y="8822"/>
                    <a:pt x="14971" y="9958"/>
                  </a:cubicBezTo>
                  <a:lnTo>
                    <a:pt x="14971" y="12758"/>
                  </a:lnTo>
                  <a:cubicBezTo>
                    <a:pt x="14971" y="13676"/>
                    <a:pt x="14368" y="14509"/>
                    <a:pt x="13397" y="14927"/>
                  </a:cubicBezTo>
                  <a:cubicBezTo>
                    <a:pt x="13132" y="15040"/>
                    <a:pt x="12839" y="15098"/>
                    <a:pt x="12546" y="15098"/>
                  </a:cubicBezTo>
                  <a:cubicBezTo>
                    <a:pt x="12263" y="15098"/>
                    <a:pt x="11979" y="15044"/>
                    <a:pt x="11720" y="14935"/>
                  </a:cubicBezTo>
                  <a:lnTo>
                    <a:pt x="11679" y="14921"/>
                  </a:lnTo>
                  <a:cubicBezTo>
                    <a:pt x="10690" y="14503"/>
                    <a:pt x="10076" y="13670"/>
                    <a:pt x="10076" y="12738"/>
                  </a:cubicBezTo>
                  <a:lnTo>
                    <a:pt x="10076" y="9958"/>
                  </a:lnTo>
                  <a:lnTo>
                    <a:pt x="10084" y="9958"/>
                  </a:lnTo>
                  <a:cubicBezTo>
                    <a:pt x="10084" y="9696"/>
                    <a:pt x="10143" y="9449"/>
                    <a:pt x="10249" y="9217"/>
                  </a:cubicBezTo>
                  <a:cubicBezTo>
                    <a:pt x="10261" y="9193"/>
                    <a:pt x="10273" y="9175"/>
                    <a:pt x="10279" y="9149"/>
                  </a:cubicBezTo>
                  <a:cubicBezTo>
                    <a:pt x="10655" y="8414"/>
                    <a:pt x="11517" y="7899"/>
                    <a:pt x="12526" y="7899"/>
                  </a:cubicBezTo>
                  <a:close/>
                  <a:moveTo>
                    <a:pt x="15324" y="14179"/>
                  </a:moveTo>
                  <a:lnTo>
                    <a:pt x="16527" y="14488"/>
                  </a:lnTo>
                  <a:cubicBezTo>
                    <a:pt x="17442" y="14724"/>
                    <a:pt x="18083" y="15547"/>
                    <a:pt x="18083" y="16497"/>
                  </a:cubicBezTo>
                  <a:lnTo>
                    <a:pt x="18083" y="18098"/>
                  </a:lnTo>
                  <a:lnTo>
                    <a:pt x="7054" y="18098"/>
                  </a:lnTo>
                  <a:lnTo>
                    <a:pt x="7054" y="16500"/>
                  </a:lnTo>
                  <a:cubicBezTo>
                    <a:pt x="7054" y="15556"/>
                    <a:pt x="7693" y="14729"/>
                    <a:pt x="8611" y="14494"/>
                  </a:cubicBezTo>
                  <a:lnTo>
                    <a:pt x="9761" y="14194"/>
                  </a:lnTo>
                  <a:cubicBezTo>
                    <a:pt x="10117" y="14794"/>
                    <a:pt x="10687" y="15291"/>
                    <a:pt x="11399" y="15591"/>
                  </a:cubicBezTo>
                  <a:lnTo>
                    <a:pt x="11441" y="15606"/>
                  </a:lnTo>
                  <a:cubicBezTo>
                    <a:pt x="11794" y="15759"/>
                    <a:pt x="12176" y="15833"/>
                    <a:pt x="12555" y="15833"/>
                  </a:cubicBezTo>
                  <a:cubicBezTo>
                    <a:pt x="12944" y="15833"/>
                    <a:pt x="13332" y="15753"/>
                    <a:pt x="13691" y="15597"/>
                  </a:cubicBezTo>
                  <a:cubicBezTo>
                    <a:pt x="14415" y="15282"/>
                    <a:pt x="14982" y="14782"/>
                    <a:pt x="15324" y="14179"/>
                  </a:cubicBezTo>
                  <a:close/>
                  <a:moveTo>
                    <a:pt x="6248" y="0"/>
                  </a:moveTo>
                  <a:cubicBezTo>
                    <a:pt x="5042" y="0"/>
                    <a:pt x="3866" y="421"/>
                    <a:pt x="2927" y="1177"/>
                  </a:cubicBezTo>
                  <a:cubicBezTo>
                    <a:pt x="2812" y="1268"/>
                    <a:pt x="2765" y="1415"/>
                    <a:pt x="2804" y="1556"/>
                  </a:cubicBezTo>
                  <a:lnTo>
                    <a:pt x="3415" y="3910"/>
                  </a:lnTo>
                  <a:cubicBezTo>
                    <a:pt x="3415" y="3913"/>
                    <a:pt x="3415" y="3916"/>
                    <a:pt x="3421" y="3916"/>
                  </a:cubicBezTo>
                  <a:cubicBezTo>
                    <a:pt x="3413" y="3942"/>
                    <a:pt x="3413" y="3969"/>
                    <a:pt x="3413" y="3998"/>
                  </a:cubicBezTo>
                  <a:lnTo>
                    <a:pt x="3413" y="5107"/>
                  </a:lnTo>
                  <a:cubicBezTo>
                    <a:pt x="3413" y="6137"/>
                    <a:pt x="3910" y="7072"/>
                    <a:pt x="4686" y="7663"/>
                  </a:cubicBezTo>
                  <a:lnTo>
                    <a:pt x="4686" y="8099"/>
                  </a:lnTo>
                  <a:lnTo>
                    <a:pt x="1924" y="8808"/>
                  </a:lnTo>
                  <a:cubicBezTo>
                    <a:pt x="791" y="9099"/>
                    <a:pt x="0" y="10117"/>
                    <a:pt x="0" y="11285"/>
                  </a:cubicBezTo>
                  <a:lnTo>
                    <a:pt x="0" y="13441"/>
                  </a:lnTo>
                  <a:cubicBezTo>
                    <a:pt x="0" y="13644"/>
                    <a:pt x="165" y="13809"/>
                    <a:pt x="368" y="13809"/>
                  </a:cubicBezTo>
                  <a:lnTo>
                    <a:pt x="7246" y="13809"/>
                  </a:lnTo>
                  <a:cubicBezTo>
                    <a:pt x="7446" y="13809"/>
                    <a:pt x="7613" y="13644"/>
                    <a:pt x="7613" y="13441"/>
                  </a:cubicBezTo>
                  <a:cubicBezTo>
                    <a:pt x="7613" y="13238"/>
                    <a:pt x="7446" y="13073"/>
                    <a:pt x="7246" y="13073"/>
                  </a:cubicBezTo>
                  <a:lnTo>
                    <a:pt x="6648" y="13073"/>
                  </a:lnTo>
                  <a:lnTo>
                    <a:pt x="7749" y="8837"/>
                  </a:lnTo>
                  <a:lnTo>
                    <a:pt x="9452" y="9275"/>
                  </a:lnTo>
                  <a:cubicBezTo>
                    <a:pt x="9387" y="9490"/>
                    <a:pt x="9355" y="9720"/>
                    <a:pt x="9355" y="9955"/>
                  </a:cubicBezTo>
                  <a:lnTo>
                    <a:pt x="9355" y="12735"/>
                  </a:lnTo>
                  <a:cubicBezTo>
                    <a:pt x="9355" y="13000"/>
                    <a:pt x="9396" y="13261"/>
                    <a:pt x="9467" y="13514"/>
                  </a:cubicBezTo>
                  <a:lnTo>
                    <a:pt x="8428" y="13782"/>
                  </a:lnTo>
                  <a:cubicBezTo>
                    <a:pt x="7187" y="14103"/>
                    <a:pt x="6322" y="15221"/>
                    <a:pt x="6322" y="16500"/>
                  </a:cubicBezTo>
                  <a:lnTo>
                    <a:pt x="6322" y="18462"/>
                  </a:lnTo>
                  <a:cubicBezTo>
                    <a:pt x="6322" y="18665"/>
                    <a:pt x="6487" y="18830"/>
                    <a:pt x="6690" y="18830"/>
                  </a:cubicBezTo>
                  <a:lnTo>
                    <a:pt x="18457" y="18830"/>
                  </a:lnTo>
                  <a:cubicBezTo>
                    <a:pt x="18660" y="18830"/>
                    <a:pt x="18824" y="18665"/>
                    <a:pt x="18824" y="18462"/>
                  </a:cubicBezTo>
                  <a:lnTo>
                    <a:pt x="18824" y="16500"/>
                  </a:lnTo>
                  <a:cubicBezTo>
                    <a:pt x="18821" y="15221"/>
                    <a:pt x="17954" y="14103"/>
                    <a:pt x="16709" y="13782"/>
                  </a:cubicBezTo>
                  <a:lnTo>
                    <a:pt x="15612" y="13500"/>
                  </a:lnTo>
                  <a:cubicBezTo>
                    <a:pt x="15677" y="13261"/>
                    <a:pt x="15709" y="13011"/>
                    <a:pt x="15709" y="12756"/>
                  </a:cubicBezTo>
                  <a:lnTo>
                    <a:pt x="15709" y="9958"/>
                  </a:lnTo>
                  <a:cubicBezTo>
                    <a:pt x="15709" y="8416"/>
                    <a:pt x="14282" y="7163"/>
                    <a:pt x="12529" y="7163"/>
                  </a:cubicBezTo>
                  <a:cubicBezTo>
                    <a:pt x="11338" y="7163"/>
                    <a:pt x="10296" y="7746"/>
                    <a:pt x="9752" y="8599"/>
                  </a:cubicBezTo>
                  <a:lnTo>
                    <a:pt x="7810" y="8099"/>
                  </a:lnTo>
                  <a:lnTo>
                    <a:pt x="7810" y="7663"/>
                  </a:lnTo>
                  <a:cubicBezTo>
                    <a:pt x="8587" y="7072"/>
                    <a:pt x="9084" y="6137"/>
                    <a:pt x="9084" y="5107"/>
                  </a:cubicBezTo>
                  <a:lnTo>
                    <a:pt x="9084" y="3998"/>
                  </a:lnTo>
                  <a:cubicBezTo>
                    <a:pt x="9084" y="3971"/>
                    <a:pt x="9078" y="3942"/>
                    <a:pt x="9075" y="3916"/>
                  </a:cubicBezTo>
                  <a:cubicBezTo>
                    <a:pt x="9075" y="3913"/>
                    <a:pt x="9078" y="3910"/>
                    <a:pt x="9078" y="3910"/>
                  </a:cubicBezTo>
                  <a:lnTo>
                    <a:pt x="9693" y="1556"/>
                  </a:lnTo>
                  <a:cubicBezTo>
                    <a:pt x="9731" y="1415"/>
                    <a:pt x="9681" y="1268"/>
                    <a:pt x="9570" y="1177"/>
                  </a:cubicBezTo>
                  <a:cubicBezTo>
                    <a:pt x="8631" y="421"/>
                    <a:pt x="7454" y="0"/>
                    <a:pt x="62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8"/>
            <p:cNvSpPr/>
            <p:nvPr/>
          </p:nvSpPr>
          <p:spPr>
            <a:xfrm>
              <a:off x="3451584" y="1384361"/>
              <a:ext cx="157405" cy="153954"/>
            </a:xfrm>
            <a:custGeom>
              <a:rect b="b" l="l" r="r" t="t"/>
              <a:pathLst>
                <a:path extrusionOk="0" h="7050" w="7208">
                  <a:moveTo>
                    <a:pt x="4669" y="736"/>
                  </a:moveTo>
                  <a:cubicBezTo>
                    <a:pt x="5663" y="736"/>
                    <a:pt x="6472" y="1545"/>
                    <a:pt x="6472" y="2537"/>
                  </a:cubicBezTo>
                  <a:lnTo>
                    <a:pt x="6472" y="3861"/>
                  </a:lnTo>
                  <a:cubicBezTo>
                    <a:pt x="6472" y="4855"/>
                    <a:pt x="5663" y="5664"/>
                    <a:pt x="4669" y="5664"/>
                  </a:cubicBezTo>
                  <a:lnTo>
                    <a:pt x="4266" y="5664"/>
                  </a:lnTo>
                  <a:cubicBezTo>
                    <a:pt x="4207" y="5664"/>
                    <a:pt x="4151" y="5679"/>
                    <a:pt x="4101" y="5705"/>
                  </a:cubicBezTo>
                  <a:lnTo>
                    <a:pt x="3345" y="6082"/>
                  </a:lnTo>
                  <a:lnTo>
                    <a:pt x="3345" y="6032"/>
                  </a:lnTo>
                  <a:cubicBezTo>
                    <a:pt x="3345" y="5829"/>
                    <a:pt x="3180" y="5664"/>
                    <a:pt x="2977" y="5664"/>
                  </a:cubicBezTo>
                  <a:lnTo>
                    <a:pt x="2536" y="5664"/>
                  </a:lnTo>
                  <a:cubicBezTo>
                    <a:pt x="1545" y="5664"/>
                    <a:pt x="736" y="4855"/>
                    <a:pt x="736" y="3861"/>
                  </a:cubicBezTo>
                  <a:lnTo>
                    <a:pt x="736" y="2537"/>
                  </a:lnTo>
                  <a:cubicBezTo>
                    <a:pt x="736" y="1545"/>
                    <a:pt x="1545" y="736"/>
                    <a:pt x="2536" y="736"/>
                  </a:cubicBezTo>
                  <a:close/>
                  <a:moveTo>
                    <a:pt x="2536" y="1"/>
                  </a:moveTo>
                  <a:cubicBezTo>
                    <a:pt x="1139" y="1"/>
                    <a:pt x="0" y="1139"/>
                    <a:pt x="0" y="2537"/>
                  </a:cubicBezTo>
                  <a:lnTo>
                    <a:pt x="0" y="3861"/>
                  </a:lnTo>
                  <a:cubicBezTo>
                    <a:pt x="0" y="5258"/>
                    <a:pt x="1139" y="6399"/>
                    <a:pt x="2536" y="6399"/>
                  </a:cubicBezTo>
                  <a:lnTo>
                    <a:pt x="2609" y="6399"/>
                  </a:lnTo>
                  <a:lnTo>
                    <a:pt x="2609" y="6682"/>
                  </a:lnTo>
                  <a:cubicBezTo>
                    <a:pt x="2609" y="6811"/>
                    <a:pt x="2677" y="6929"/>
                    <a:pt x="2786" y="6993"/>
                  </a:cubicBezTo>
                  <a:cubicBezTo>
                    <a:pt x="2845" y="7032"/>
                    <a:pt x="2912" y="7049"/>
                    <a:pt x="2977" y="7049"/>
                  </a:cubicBezTo>
                  <a:cubicBezTo>
                    <a:pt x="3033" y="7049"/>
                    <a:pt x="3092" y="7035"/>
                    <a:pt x="3145" y="7008"/>
                  </a:cubicBezTo>
                  <a:lnTo>
                    <a:pt x="4354" y="6399"/>
                  </a:lnTo>
                  <a:lnTo>
                    <a:pt x="4669" y="6399"/>
                  </a:lnTo>
                  <a:cubicBezTo>
                    <a:pt x="6066" y="6399"/>
                    <a:pt x="7207" y="5264"/>
                    <a:pt x="7207" y="3861"/>
                  </a:cubicBezTo>
                  <a:lnTo>
                    <a:pt x="7207" y="2537"/>
                  </a:lnTo>
                  <a:cubicBezTo>
                    <a:pt x="7207" y="1136"/>
                    <a:pt x="6066" y="1"/>
                    <a:pt x="46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8"/>
            <p:cNvSpPr/>
            <p:nvPr/>
          </p:nvSpPr>
          <p:spPr>
            <a:xfrm>
              <a:off x="3491852" y="1413929"/>
              <a:ext cx="84817" cy="82240"/>
            </a:xfrm>
            <a:custGeom>
              <a:rect b="b" l="l" r="r" t="t"/>
              <a:pathLst>
                <a:path extrusionOk="0" h="3766" w="3884">
                  <a:moveTo>
                    <a:pt x="2539" y="736"/>
                  </a:moveTo>
                  <a:cubicBezTo>
                    <a:pt x="2672" y="736"/>
                    <a:pt x="2792" y="786"/>
                    <a:pt x="2889" y="880"/>
                  </a:cubicBezTo>
                  <a:cubicBezTo>
                    <a:pt x="3081" y="1071"/>
                    <a:pt x="3081" y="1383"/>
                    <a:pt x="2889" y="1574"/>
                  </a:cubicBezTo>
                  <a:lnTo>
                    <a:pt x="2495" y="1968"/>
                  </a:lnTo>
                  <a:lnTo>
                    <a:pt x="1801" y="1271"/>
                  </a:lnTo>
                  <a:lnTo>
                    <a:pt x="2192" y="880"/>
                  </a:lnTo>
                  <a:cubicBezTo>
                    <a:pt x="2286" y="786"/>
                    <a:pt x="2410" y="736"/>
                    <a:pt x="2539" y="736"/>
                  </a:cubicBezTo>
                  <a:close/>
                  <a:moveTo>
                    <a:pt x="1277" y="1795"/>
                  </a:moveTo>
                  <a:lnTo>
                    <a:pt x="1972" y="2489"/>
                  </a:lnTo>
                  <a:lnTo>
                    <a:pt x="1580" y="2883"/>
                  </a:lnTo>
                  <a:cubicBezTo>
                    <a:pt x="1486" y="2974"/>
                    <a:pt x="1363" y="3027"/>
                    <a:pt x="1230" y="3027"/>
                  </a:cubicBezTo>
                  <a:cubicBezTo>
                    <a:pt x="1098" y="3027"/>
                    <a:pt x="977" y="2974"/>
                    <a:pt x="883" y="2883"/>
                  </a:cubicBezTo>
                  <a:cubicBezTo>
                    <a:pt x="692" y="2692"/>
                    <a:pt x="692" y="2380"/>
                    <a:pt x="883" y="2189"/>
                  </a:cubicBezTo>
                  <a:lnTo>
                    <a:pt x="1277" y="1795"/>
                  </a:lnTo>
                  <a:close/>
                  <a:moveTo>
                    <a:pt x="2539" y="0"/>
                  </a:moveTo>
                  <a:cubicBezTo>
                    <a:pt x="2213" y="0"/>
                    <a:pt x="1904" y="130"/>
                    <a:pt x="1672" y="359"/>
                  </a:cubicBezTo>
                  <a:lnTo>
                    <a:pt x="362" y="1668"/>
                  </a:lnTo>
                  <a:cubicBezTo>
                    <a:pt x="130" y="1901"/>
                    <a:pt x="1" y="2209"/>
                    <a:pt x="1" y="2536"/>
                  </a:cubicBezTo>
                  <a:cubicBezTo>
                    <a:pt x="1" y="2865"/>
                    <a:pt x="130" y="3174"/>
                    <a:pt x="362" y="3404"/>
                  </a:cubicBezTo>
                  <a:cubicBezTo>
                    <a:pt x="595" y="3636"/>
                    <a:pt x="904" y="3766"/>
                    <a:pt x="1230" y="3766"/>
                  </a:cubicBezTo>
                  <a:cubicBezTo>
                    <a:pt x="1557" y="3766"/>
                    <a:pt x="1866" y="3636"/>
                    <a:pt x="2098" y="3404"/>
                  </a:cubicBezTo>
                  <a:lnTo>
                    <a:pt x="2751" y="2751"/>
                  </a:lnTo>
                  <a:lnTo>
                    <a:pt x="3407" y="2095"/>
                  </a:lnTo>
                  <a:cubicBezTo>
                    <a:pt x="3884" y="1618"/>
                    <a:pt x="3884" y="839"/>
                    <a:pt x="3407" y="359"/>
                  </a:cubicBezTo>
                  <a:cubicBezTo>
                    <a:pt x="3175" y="130"/>
                    <a:pt x="2866" y="0"/>
                    <a:pt x="25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48"/>
            <p:cNvSpPr/>
            <p:nvPr/>
          </p:nvSpPr>
          <p:spPr>
            <a:xfrm>
              <a:off x="3463529" y="1573823"/>
              <a:ext cx="44352" cy="44330"/>
            </a:xfrm>
            <a:custGeom>
              <a:rect b="b" l="l" r="r" t="t"/>
              <a:pathLst>
                <a:path extrusionOk="0" h="2030" w="2031">
                  <a:moveTo>
                    <a:pt x="368" y="0"/>
                  </a:moveTo>
                  <a:cubicBezTo>
                    <a:pt x="165" y="0"/>
                    <a:pt x="0" y="165"/>
                    <a:pt x="0" y="368"/>
                  </a:cubicBezTo>
                  <a:cubicBezTo>
                    <a:pt x="0" y="568"/>
                    <a:pt x="165" y="736"/>
                    <a:pt x="368" y="736"/>
                  </a:cubicBezTo>
                  <a:cubicBezTo>
                    <a:pt x="880" y="736"/>
                    <a:pt x="1295" y="1150"/>
                    <a:pt x="1295" y="1662"/>
                  </a:cubicBezTo>
                  <a:cubicBezTo>
                    <a:pt x="1295" y="1862"/>
                    <a:pt x="1459" y="2030"/>
                    <a:pt x="1662" y="2030"/>
                  </a:cubicBezTo>
                  <a:cubicBezTo>
                    <a:pt x="1865" y="2030"/>
                    <a:pt x="2030" y="1862"/>
                    <a:pt x="2030" y="1662"/>
                  </a:cubicBezTo>
                  <a:cubicBezTo>
                    <a:pt x="2030" y="744"/>
                    <a:pt x="1289" y="0"/>
                    <a:pt x="3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8"/>
            <p:cNvSpPr/>
            <p:nvPr/>
          </p:nvSpPr>
          <p:spPr>
            <a:xfrm>
              <a:off x="3494101" y="1629574"/>
              <a:ext cx="16072" cy="16334"/>
            </a:xfrm>
            <a:custGeom>
              <a:rect b="b" l="l" r="r" t="t"/>
              <a:pathLst>
                <a:path extrusionOk="0" h="748" w="736">
                  <a:moveTo>
                    <a:pt x="368" y="1"/>
                  </a:moveTo>
                  <a:cubicBezTo>
                    <a:pt x="168" y="1"/>
                    <a:pt x="1" y="168"/>
                    <a:pt x="1" y="368"/>
                  </a:cubicBezTo>
                  <a:lnTo>
                    <a:pt x="1" y="380"/>
                  </a:lnTo>
                  <a:cubicBezTo>
                    <a:pt x="1" y="583"/>
                    <a:pt x="168" y="748"/>
                    <a:pt x="368" y="748"/>
                  </a:cubicBezTo>
                  <a:cubicBezTo>
                    <a:pt x="571" y="748"/>
                    <a:pt x="736" y="583"/>
                    <a:pt x="736" y="380"/>
                  </a:cubicBezTo>
                  <a:lnTo>
                    <a:pt x="736" y="368"/>
                  </a:lnTo>
                  <a:cubicBezTo>
                    <a:pt x="736" y="168"/>
                    <a:pt x="571" y="1"/>
                    <a:pt x="3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4" name="Google Shape;734;p48"/>
          <p:cNvGrpSpPr/>
          <p:nvPr/>
        </p:nvGrpSpPr>
        <p:grpSpPr>
          <a:xfrm>
            <a:off x="4362237" y="1828370"/>
            <a:ext cx="412816" cy="379230"/>
            <a:chOff x="3777989" y="1404102"/>
            <a:chExt cx="412816" cy="379230"/>
          </a:xfrm>
        </p:grpSpPr>
        <p:sp>
          <p:nvSpPr>
            <p:cNvPr id="735" name="Google Shape;735;p48"/>
            <p:cNvSpPr/>
            <p:nvPr/>
          </p:nvSpPr>
          <p:spPr>
            <a:xfrm>
              <a:off x="3777989" y="1620424"/>
              <a:ext cx="412816" cy="162908"/>
            </a:xfrm>
            <a:custGeom>
              <a:rect b="b" l="l" r="r" t="t"/>
              <a:pathLst>
                <a:path extrusionOk="0" h="7460" w="18904">
                  <a:moveTo>
                    <a:pt x="15815" y="727"/>
                  </a:moveTo>
                  <a:cubicBezTo>
                    <a:pt x="16010" y="727"/>
                    <a:pt x="16205" y="761"/>
                    <a:pt x="16392" y="831"/>
                  </a:cubicBezTo>
                  <a:lnTo>
                    <a:pt x="13306" y="3370"/>
                  </a:lnTo>
                  <a:cubicBezTo>
                    <a:pt x="12867" y="3729"/>
                    <a:pt x="12326" y="3941"/>
                    <a:pt x="11764" y="3976"/>
                  </a:cubicBezTo>
                  <a:cubicBezTo>
                    <a:pt x="11858" y="3773"/>
                    <a:pt x="11900" y="3550"/>
                    <a:pt x="11882" y="3326"/>
                  </a:cubicBezTo>
                  <a:lnTo>
                    <a:pt x="14827" y="1064"/>
                  </a:lnTo>
                  <a:cubicBezTo>
                    <a:pt x="15115" y="840"/>
                    <a:pt x="15464" y="727"/>
                    <a:pt x="15815" y="727"/>
                  </a:cubicBezTo>
                  <a:close/>
                  <a:moveTo>
                    <a:pt x="2495" y="1567"/>
                  </a:moveTo>
                  <a:lnTo>
                    <a:pt x="2495" y="6715"/>
                  </a:lnTo>
                  <a:lnTo>
                    <a:pt x="736" y="6715"/>
                  </a:lnTo>
                  <a:lnTo>
                    <a:pt x="736" y="1567"/>
                  </a:lnTo>
                  <a:close/>
                  <a:moveTo>
                    <a:pt x="15818" y="0"/>
                  </a:moveTo>
                  <a:cubicBezTo>
                    <a:pt x="15305" y="0"/>
                    <a:pt x="14798" y="166"/>
                    <a:pt x="14379" y="490"/>
                  </a:cubicBezTo>
                  <a:lnTo>
                    <a:pt x="11594" y="2626"/>
                  </a:lnTo>
                  <a:cubicBezTo>
                    <a:pt x="11470" y="2473"/>
                    <a:pt x="11311" y="2352"/>
                    <a:pt x="11129" y="2267"/>
                  </a:cubicBezTo>
                  <a:lnTo>
                    <a:pt x="8525" y="1090"/>
                  </a:lnTo>
                  <a:cubicBezTo>
                    <a:pt x="7937" y="824"/>
                    <a:pt x="7300" y="689"/>
                    <a:pt x="6662" y="689"/>
                  </a:cubicBezTo>
                  <a:cubicBezTo>
                    <a:pt x="6270" y="689"/>
                    <a:pt x="5877" y="740"/>
                    <a:pt x="5495" y="843"/>
                  </a:cubicBezTo>
                  <a:lnTo>
                    <a:pt x="3230" y="1449"/>
                  </a:lnTo>
                  <a:lnTo>
                    <a:pt x="3230" y="1208"/>
                  </a:lnTo>
                  <a:cubicBezTo>
                    <a:pt x="3230" y="1005"/>
                    <a:pt x="3063" y="840"/>
                    <a:pt x="2862" y="840"/>
                  </a:cubicBezTo>
                  <a:lnTo>
                    <a:pt x="368" y="840"/>
                  </a:lnTo>
                  <a:cubicBezTo>
                    <a:pt x="165" y="840"/>
                    <a:pt x="0" y="1005"/>
                    <a:pt x="0" y="1208"/>
                  </a:cubicBezTo>
                  <a:lnTo>
                    <a:pt x="0" y="7091"/>
                  </a:lnTo>
                  <a:cubicBezTo>
                    <a:pt x="0" y="7294"/>
                    <a:pt x="165" y="7459"/>
                    <a:pt x="368" y="7459"/>
                  </a:cubicBezTo>
                  <a:lnTo>
                    <a:pt x="10767" y="7459"/>
                  </a:lnTo>
                  <a:cubicBezTo>
                    <a:pt x="11967" y="7459"/>
                    <a:pt x="13123" y="7024"/>
                    <a:pt x="14029" y="6241"/>
                  </a:cubicBezTo>
                  <a:lnTo>
                    <a:pt x="15418" y="5035"/>
                  </a:lnTo>
                  <a:cubicBezTo>
                    <a:pt x="15574" y="4903"/>
                    <a:pt x="15589" y="4670"/>
                    <a:pt x="15456" y="4517"/>
                  </a:cubicBezTo>
                  <a:cubicBezTo>
                    <a:pt x="15384" y="4432"/>
                    <a:pt x="15282" y="4389"/>
                    <a:pt x="15179" y="4389"/>
                  </a:cubicBezTo>
                  <a:cubicBezTo>
                    <a:pt x="15094" y="4389"/>
                    <a:pt x="15008" y="4419"/>
                    <a:pt x="14938" y="4479"/>
                  </a:cubicBezTo>
                  <a:lnTo>
                    <a:pt x="13547" y="5685"/>
                  </a:lnTo>
                  <a:cubicBezTo>
                    <a:pt x="12776" y="6356"/>
                    <a:pt x="11791" y="6724"/>
                    <a:pt x="10767" y="6724"/>
                  </a:cubicBezTo>
                  <a:lnTo>
                    <a:pt x="3230" y="6724"/>
                  </a:lnTo>
                  <a:lnTo>
                    <a:pt x="3230" y="2205"/>
                  </a:lnTo>
                  <a:lnTo>
                    <a:pt x="5687" y="1546"/>
                  </a:lnTo>
                  <a:cubicBezTo>
                    <a:pt x="6006" y="1461"/>
                    <a:pt x="6334" y="1419"/>
                    <a:pt x="6662" y="1419"/>
                  </a:cubicBezTo>
                  <a:cubicBezTo>
                    <a:pt x="7196" y="1419"/>
                    <a:pt x="7730" y="1531"/>
                    <a:pt x="8222" y="1752"/>
                  </a:cubicBezTo>
                  <a:lnTo>
                    <a:pt x="10826" y="2929"/>
                  </a:lnTo>
                  <a:cubicBezTo>
                    <a:pt x="10973" y="2994"/>
                    <a:pt x="11079" y="3117"/>
                    <a:pt x="11129" y="3270"/>
                  </a:cubicBezTo>
                  <a:cubicBezTo>
                    <a:pt x="11176" y="3426"/>
                    <a:pt x="11152" y="3582"/>
                    <a:pt x="11070" y="3723"/>
                  </a:cubicBezTo>
                  <a:cubicBezTo>
                    <a:pt x="10967" y="3887"/>
                    <a:pt x="10789" y="3985"/>
                    <a:pt x="10602" y="3985"/>
                  </a:cubicBezTo>
                  <a:cubicBezTo>
                    <a:pt x="10553" y="3985"/>
                    <a:pt x="10504" y="3978"/>
                    <a:pt x="10455" y="3964"/>
                  </a:cubicBezTo>
                  <a:lnTo>
                    <a:pt x="7187" y="3079"/>
                  </a:lnTo>
                  <a:cubicBezTo>
                    <a:pt x="7155" y="3071"/>
                    <a:pt x="7123" y="3067"/>
                    <a:pt x="7092" y="3067"/>
                  </a:cubicBezTo>
                  <a:cubicBezTo>
                    <a:pt x="6929" y="3067"/>
                    <a:pt x="6781" y="3172"/>
                    <a:pt x="6734" y="3338"/>
                  </a:cubicBezTo>
                  <a:cubicBezTo>
                    <a:pt x="6681" y="3532"/>
                    <a:pt x="6796" y="3735"/>
                    <a:pt x="6990" y="3788"/>
                  </a:cubicBezTo>
                  <a:lnTo>
                    <a:pt x="10261" y="4676"/>
                  </a:lnTo>
                  <a:cubicBezTo>
                    <a:pt x="10370" y="4706"/>
                    <a:pt x="10482" y="4720"/>
                    <a:pt x="10593" y="4720"/>
                  </a:cubicBezTo>
                  <a:lnTo>
                    <a:pt x="11588" y="4720"/>
                  </a:lnTo>
                  <a:cubicBezTo>
                    <a:pt x="12382" y="4720"/>
                    <a:pt x="13159" y="4441"/>
                    <a:pt x="13771" y="3935"/>
                  </a:cubicBezTo>
                  <a:lnTo>
                    <a:pt x="17242" y="1090"/>
                  </a:lnTo>
                  <a:cubicBezTo>
                    <a:pt x="17336" y="1014"/>
                    <a:pt x="17451" y="973"/>
                    <a:pt x="17570" y="973"/>
                  </a:cubicBezTo>
                  <a:cubicBezTo>
                    <a:pt x="17610" y="973"/>
                    <a:pt x="17651" y="978"/>
                    <a:pt x="17692" y="987"/>
                  </a:cubicBezTo>
                  <a:cubicBezTo>
                    <a:pt x="17886" y="1031"/>
                    <a:pt x="18030" y="1176"/>
                    <a:pt x="18077" y="1370"/>
                  </a:cubicBezTo>
                  <a:cubicBezTo>
                    <a:pt x="18124" y="1564"/>
                    <a:pt x="18063" y="1755"/>
                    <a:pt x="17912" y="1888"/>
                  </a:cubicBezTo>
                  <a:lnTo>
                    <a:pt x="16939" y="2735"/>
                  </a:lnTo>
                  <a:cubicBezTo>
                    <a:pt x="16783" y="2867"/>
                    <a:pt x="16768" y="3097"/>
                    <a:pt x="16901" y="3252"/>
                  </a:cubicBezTo>
                  <a:cubicBezTo>
                    <a:pt x="16973" y="3336"/>
                    <a:pt x="17074" y="3378"/>
                    <a:pt x="17176" y="3378"/>
                  </a:cubicBezTo>
                  <a:cubicBezTo>
                    <a:pt x="17262" y="3378"/>
                    <a:pt x="17348" y="3348"/>
                    <a:pt x="17418" y="3288"/>
                  </a:cubicBezTo>
                  <a:lnTo>
                    <a:pt x="18395" y="2443"/>
                  </a:lnTo>
                  <a:cubicBezTo>
                    <a:pt x="18754" y="2132"/>
                    <a:pt x="18904" y="1652"/>
                    <a:pt x="18792" y="1193"/>
                  </a:cubicBezTo>
                  <a:cubicBezTo>
                    <a:pt x="18677" y="734"/>
                    <a:pt x="18321" y="381"/>
                    <a:pt x="17857" y="272"/>
                  </a:cubicBezTo>
                  <a:cubicBezTo>
                    <a:pt x="17765" y="251"/>
                    <a:pt x="17672" y="240"/>
                    <a:pt x="17579" y="240"/>
                  </a:cubicBezTo>
                  <a:cubicBezTo>
                    <a:pt x="17407" y="240"/>
                    <a:pt x="17236" y="276"/>
                    <a:pt x="17077" y="343"/>
                  </a:cubicBezTo>
                  <a:cubicBezTo>
                    <a:pt x="17056" y="325"/>
                    <a:pt x="17030" y="311"/>
                    <a:pt x="17001" y="299"/>
                  </a:cubicBezTo>
                  <a:lnTo>
                    <a:pt x="16762" y="196"/>
                  </a:lnTo>
                  <a:cubicBezTo>
                    <a:pt x="16459" y="65"/>
                    <a:pt x="16137" y="0"/>
                    <a:pt x="158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8"/>
            <p:cNvSpPr/>
            <p:nvPr/>
          </p:nvSpPr>
          <p:spPr>
            <a:xfrm>
              <a:off x="4122497" y="1697794"/>
              <a:ext cx="16094" cy="16094"/>
            </a:xfrm>
            <a:custGeom>
              <a:rect b="b" l="l" r="r" t="t"/>
              <a:pathLst>
                <a:path extrusionOk="0" h="737" w="737">
                  <a:moveTo>
                    <a:pt x="368" y="1"/>
                  </a:moveTo>
                  <a:cubicBezTo>
                    <a:pt x="271" y="1"/>
                    <a:pt x="177" y="39"/>
                    <a:pt x="107" y="107"/>
                  </a:cubicBezTo>
                  <a:cubicBezTo>
                    <a:pt x="36" y="177"/>
                    <a:pt x="1" y="268"/>
                    <a:pt x="1" y="368"/>
                  </a:cubicBezTo>
                  <a:cubicBezTo>
                    <a:pt x="1" y="466"/>
                    <a:pt x="39" y="560"/>
                    <a:pt x="107" y="627"/>
                  </a:cubicBezTo>
                  <a:cubicBezTo>
                    <a:pt x="177" y="698"/>
                    <a:pt x="268" y="736"/>
                    <a:pt x="368" y="736"/>
                  </a:cubicBezTo>
                  <a:cubicBezTo>
                    <a:pt x="463" y="736"/>
                    <a:pt x="560" y="695"/>
                    <a:pt x="627" y="627"/>
                  </a:cubicBezTo>
                  <a:cubicBezTo>
                    <a:pt x="698" y="560"/>
                    <a:pt x="736" y="466"/>
                    <a:pt x="736" y="368"/>
                  </a:cubicBezTo>
                  <a:cubicBezTo>
                    <a:pt x="736" y="271"/>
                    <a:pt x="698" y="177"/>
                    <a:pt x="627" y="107"/>
                  </a:cubicBezTo>
                  <a:cubicBezTo>
                    <a:pt x="560" y="36"/>
                    <a:pt x="466" y="1"/>
                    <a:pt x="3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8"/>
            <p:cNvSpPr/>
            <p:nvPr/>
          </p:nvSpPr>
          <p:spPr>
            <a:xfrm>
              <a:off x="3805220" y="1671458"/>
              <a:ext cx="16072" cy="16094"/>
            </a:xfrm>
            <a:custGeom>
              <a:rect b="b" l="l" r="r" t="t"/>
              <a:pathLst>
                <a:path extrusionOk="0" h="737" w="736">
                  <a:moveTo>
                    <a:pt x="368" y="1"/>
                  </a:moveTo>
                  <a:cubicBezTo>
                    <a:pt x="271" y="1"/>
                    <a:pt x="177" y="39"/>
                    <a:pt x="106" y="106"/>
                  </a:cubicBezTo>
                  <a:cubicBezTo>
                    <a:pt x="36" y="177"/>
                    <a:pt x="0" y="268"/>
                    <a:pt x="0" y="368"/>
                  </a:cubicBezTo>
                  <a:cubicBezTo>
                    <a:pt x="0" y="465"/>
                    <a:pt x="42" y="560"/>
                    <a:pt x="106" y="627"/>
                  </a:cubicBezTo>
                  <a:cubicBezTo>
                    <a:pt x="177" y="698"/>
                    <a:pt x="268" y="736"/>
                    <a:pt x="368" y="736"/>
                  </a:cubicBezTo>
                  <a:cubicBezTo>
                    <a:pt x="462" y="736"/>
                    <a:pt x="559" y="695"/>
                    <a:pt x="630" y="627"/>
                  </a:cubicBezTo>
                  <a:cubicBezTo>
                    <a:pt x="698" y="560"/>
                    <a:pt x="736" y="465"/>
                    <a:pt x="736" y="368"/>
                  </a:cubicBezTo>
                  <a:cubicBezTo>
                    <a:pt x="736" y="268"/>
                    <a:pt x="695" y="171"/>
                    <a:pt x="630" y="106"/>
                  </a:cubicBezTo>
                  <a:cubicBezTo>
                    <a:pt x="559" y="36"/>
                    <a:pt x="468" y="1"/>
                    <a:pt x="3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8"/>
            <p:cNvSpPr/>
            <p:nvPr/>
          </p:nvSpPr>
          <p:spPr>
            <a:xfrm>
              <a:off x="3852498" y="1404102"/>
              <a:ext cx="245039" cy="183042"/>
            </a:xfrm>
            <a:custGeom>
              <a:rect b="b" l="l" r="r" t="t"/>
              <a:pathLst>
                <a:path extrusionOk="0" h="8382" w="11221">
                  <a:moveTo>
                    <a:pt x="5840" y="733"/>
                  </a:moveTo>
                  <a:cubicBezTo>
                    <a:pt x="6322" y="733"/>
                    <a:pt x="6775" y="921"/>
                    <a:pt x="7117" y="1262"/>
                  </a:cubicBezTo>
                  <a:cubicBezTo>
                    <a:pt x="7817" y="1965"/>
                    <a:pt x="7817" y="3109"/>
                    <a:pt x="7117" y="3815"/>
                  </a:cubicBezTo>
                  <a:lnTo>
                    <a:pt x="5722" y="5207"/>
                  </a:lnTo>
                  <a:lnTo>
                    <a:pt x="3172" y="2656"/>
                  </a:lnTo>
                  <a:lnTo>
                    <a:pt x="4563" y="1262"/>
                  </a:lnTo>
                  <a:cubicBezTo>
                    <a:pt x="4907" y="921"/>
                    <a:pt x="5358" y="733"/>
                    <a:pt x="5840" y="733"/>
                  </a:cubicBezTo>
                  <a:close/>
                  <a:moveTo>
                    <a:pt x="8314" y="4083"/>
                  </a:moveTo>
                  <a:lnTo>
                    <a:pt x="8314" y="7613"/>
                  </a:lnTo>
                  <a:cubicBezTo>
                    <a:pt x="7493" y="7443"/>
                    <a:pt x="6881" y="6716"/>
                    <a:pt x="6881" y="5848"/>
                  </a:cubicBezTo>
                  <a:cubicBezTo>
                    <a:pt x="6881" y="4980"/>
                    <a:pt x="7499" y="4251"/>
                    <a:pt x="8314" y="4083"/>
                  </a:cubicBezTo>
                  <a:close/>
                  <a:moveTo>
                    <a:pt x="9049" y="4083"/>
                  </a:moveTo>
                  <a:cubicBezTo>
                    <a:pt x="9870" y="4251"/>
                    <a:pt x="10485" y="4980"/>
                    <a:pt x="10485" y="5848"/>
                  </a:cubicBezTo>
                  <a:cubicBezTo>
                    <a:pt x="10485" y="6716"/>
                    <a:pt x="9867" y="7440"/>
                    <a:pt x="9049" y="7613"/>
                  </a:cubicBezTo>
                  <a:lnTo>
                    <a:pt x="9049" y="4083"/>
                  </a:lnTo>
                  <a:close/>
                  <a:moveTo>
                    <a:pt x="2651" y="3174"/>
                  </a:moveTo>
                  <a:lnTo>
                    <a:pt x="5205" y="5728"/>
                  </a:lnTo>
                  <a:lnTo>
                    <a:pt x="3810" y="7119"/>
                  </a:lnTo>
                  <a:cubicBezTo>
                    <a:pt x="3469" y="7460"/>
                    <a:pt x="3016" y="7649"/>
                    <a:pt x="2533" y="7649"/>
                  </a:cubicBezTo>
                  <a:cubicBezTo>
                    <a:pt x="2054" y="7649"/>
                    <a:pt x="1601" y="7460"/>
                    <a:pt x="1260" y="7119"/>
                  </a:cubicBezTo>
                  <a:cubicBezTo>
                    <a:pt x="557" y="6419"/>
                    <a:pt x="557" y="5275"/>
                    <a:pt x="1260" y="4569"/>
                  </a:cubicBezTo>
                  <a:lnTo>
                    <a:pt x="2651" y="3174"/>
                  </a:lnTo>
                  <a:close/>
                  <a:moveTo>
                    <a:pt x="5843" y="0"/>
                  </a:moveTo>
                  <a:cubicBezTo>
                    <a:pt x="5166" y="0"/>
                    <a:pt x="4528" y="265"/>
                    <a:pt x="4048" y="744"/>
                  </a:cubicBezTo>
                  <a:lnTo>
                    <a:pt x="742" y="4051"/>
                  </a:lnTo>
                  <a:cubicBezTo>
                    <a:pt x="265" y="4527"/>
                    <a:pt x="1" y="5169"/>
                    <a:pt x="1" y="5845"/>
                  </a:cubicBezTo>
                  <a:cubicBezTo>
                    <a:pt x="1" y="6522"/>
                    <a:pt x="265" y="7160"/>
                    <a:pt x="742" y="7640"/>
                  </a:cubicBezTo>
                  <a:cubicBezTo>
                    <a:pt x="1221" y="8116"/>
                    <a:pt x="1860" y="8381"/>
                    <a:pt x="2536" y="8381"/>
                  </a:cubicBezTo>
                  <a:cubicBezTo>
                    <a:pt x="3213" y="8381"/>
                    <a:pt x="3854" y="8116"/>
                    <a:pt x="4331" y="7640"/>
                  </a:cubicBezTo>
                  <a:lnTo>
                    <a:pt x="6146" y="5825"/>
                  </a:lnTo>
                  <a:lnTo>
                    <a:pt x="6146" y="5845"/>
                  </a:lnTo>
                  <a:cubicBezTo>
                    <a:pt x="6146" y="7246"/>
                    <a:pt x="7284" y="8381"/>
                    <a:pt x="8682" y="8381"/>
                  </a:cubicBezTo>
                  <a:cubicBezTo>
                    <a:pt x="10085" y="8381"/>
                    <a:pt x="11220" y="7240"/>
                    <a:pt x="11220" y="5842"/>
                  </a:cubicBezTo>
                  <a:cubicBezTo>
                    <a:pt x="11220" y="4448"/>
                    <a:pt x="10079" y="3307"/>
                    <a:pt x="8682" y="3307"/>
                  </a:cubicBezTo>
                  <a:cubicBezTo>
                    <a:pt x="8535" y="3307"/>
                    <a:pt x="8393" y="3321"/>
                    <a:pt x="8249" y="3345"/>
                  </a:cubicBezTo>
                  <a:cubicBezTo>
                    <a:pt x="8543" y="2462"/>
                    <a:pt x="8340" y="1447"/>
                    <a:pt x="7637" y="744"/>
                  </a:cubicBezTo>
                  <a:cubicBezTo>
                    <a:pt x="7161" y="265"/>
                    <a:pt x="6520" y="0"/>
                    <a:pt x="58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9" name="Google Shape;739;p48"/>
          <p:cNvGrpSpPr/>
          <p:nvPr/>
        </p:nvGrpSpPr>
        <p:grpSpPr>
          <a:xfrm>
            <a:off x="6934454" y="1812416"/>
            <a:ext cx="411222" cy="411113"/>
            <a:chOff x="4351966" y="1375691"/>
            <a:chExt cx="411222" cy="411113"/>
          </a:xfrm>
        </p:grpSpPr>
        <p:sp>
          <p:nvSpPr>
            <p:cNvPr id="740" name="Google Shape;740;p48"/>
            <p:cNvSpPr/>
            <p:nvPr/>
          </p:nvSpPr>
          <p:spPr>
            <a:xfrm>
              <a:off x="4452964" y="1637414"/>
              <a:ext cx="16072" cy="16072"/>
            </a:xfrm>
            <a:custGeom>
              <a:rect b="b" l="l" r="r" t="t"/>
              <a:pathLst>
                <a:path extrusionOk="0" h="736" w="736">
                  <a:moveTo>
                    <a:pt x="368" y="0"/>
                  </a:moveTo>
                  <a:cubicBezTo>
                    <a:pt x="274" y="0"/>
                    <a:pt x="180" y="39"/>
                    <a:pt x="109" y="106"/>
                  </a:cubicBezTo>
                  <a:cubicBezTo>
                    <a:pt x="38" y="174"/>
                    <a:pt x="0" y="268"/>
                    <a:pt x="0" y="368"/>
                  </a:cubicBezTo>
                  <a:cubicBezTo>
                    <a:pt x="0" y="465"/>
                    <a:pt x="41" y="559"/>
                    <a:pt x="109" y="627"/>
                  </a:cubicBezTo>
                  <a:cubicBezTo>
                    <a:pt x="177" y="698"/>
                    <a:pt x="271" y="736"/>
                    <a:pt x="368" y="736"/>
                  </a:cubicBezTo>
                  <a:cubicBezTo>
                    <a:pt x="468" y="736"/>
                    <a:pt x="559" y="695"/>
                    <a:pt x="630" y="627"/>
                  </a:cubicBezTo>
                  <a:cubicBezTo>
                    <a:pt x="700" y="559"/>
                    <a:pt x="736" y="465"/>
                    <a:pt x="736" y="368"/>
                  </a:cubicBezTo>
                  <a:cubicBezTo>
                    <a:pt x="736" y="268"/>
                    <a:pt x="697" y="177"/>
                    <a:pt x="630" y="106"/>
                  </a:cubicBezTo>
                  <a:cubicBezTo>
                    <a:pt x="562" y="36"/>
                    <a:pt x="468" y="0"/>
                    <a:pt x="3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48"/>
            <p:cNvSpPr/>
            <p:nvPr/>
          </p:nvSpPr>
          <p:spPr>
            <a:xfrm>
              <a:off x="4393915" y="1528401"/>
              <a:ext cx="60534" cy="60599"/>
            </a:xfrm>
            <a:custGeom>
              <a:rect b="b" l="l" r="r" t="t"/>
              <a:pathLst>
                <a:path extrusionOk="0" h="2775" w="2772">
                  <a:moveTo>
                    <a:pt x="1386" y="0"/>
                  </a:moveTo>
                  <a:cubicBezTo>
                    <a:pt x="1183" y="0"/>
                    <a:pt x="1019" y="168"/>
                    <a:pt x="1019" y="368"/>
                  </a:cubicBezTo>
                  <a:lnTo>
                    <a:pt x="1019" y="1021"/>
                  </a:lnTo>
                  <a:lnTo>
                    <a:pt x="368" y="1021"/>
                  </a:lnTo>
                  <a:cubicBezTo>
                    <a:pt x="165" y="1021"/>
                    <a:pt x="1" y="1186"/>
                    <a:pt x="1" y="1389"/>
                  </a:cubicBezTo>
                  <a:cubicBezTo>
                    <a:pt x="1" y="1589"/>
                    <a:pt x="165" y="1757"/>
                    <a:pt x="368" y="1757"/>
                  </a:cubicBezTo>
                  <a:lnTo>
                    <a:pt x="1019" y="1757"/>
                  </a:lnTo>
                  <a:lnTo>
                    <a:pt x="1019" y="2407"/>
                  </a:lnTo>
                  <a:cubicBezTo>
                    <a:pt x="1019" y="2610"/>
                    <a:pt x="1183" y="2774"/>
                    <a:pt x="1386" y="2774"/>
                  </a:cubicBezTo>
                  <a:cubicBezTo>
                    <a:pt x="1589" y="2774"/>
                    <a:pt x="1754" y="2610"/>
                    <a:pt x="1754" y="2407"/>
                  </a:cubicBezTo>
                  <a:lnTo>
                    <a:pt x="1754" y="1757"/>
                  </a:lnTo>
                  <a:lnTo>
                    <a:pt x="2404" y="1757"/>
                  </a:lnTo>
                  <a:cubicBezTo>
                    <a:pt x="2607" y="1757"/>
                    <a:pt x="2772" y="1589"/>
                    <a:pt x="2772" y="1389"/>
                  </a:cubicBezTo>
                  <a:cubicBezTo>
                    <a:pt x="2772" y="1186"/>
                    <a:pt x="2607" y="1021"/>
                    <a:pt x="2404" y="1021"/>
                  </a:cubicBezTo>
                  <a:lnTo>
                    <a:pt x="1754" y="1021"/>
                  </a:lnTo>
                  <a:lnTo>
                    <a:pt x="1754" y="368"/>
                  </a:lnTo>
                  <a:cubicBezTo>
                    <a:pt x="1754" y="168"/>
                    <a:pt x="1589" y="0"/>
                    <a:pt x="1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8"/>
            <p:cNvSpPr/>
            <p:nvPr/>
          </p:nvSpPr>
          <p:spPr>
            <a:xfrm>
              <a:off x="4602114" y="1506105"/>
              <a:ext cx="48982" cy="48982"/>
            </a:xfrm>
            <a:custGeom>
              <a:rect b="b" l="l" r="r" t="t"/>
              <a:pathLst>
                <a:path extrusionOk="0" h="2243" w="2243">
                  <a:moveTo>
                    <a:pt x="1122" y="1"/>
                  </a:moveTo>
                  <a:cubicBezTo>
                    <a:pt x="919" y="1"/>
                    <a:pt x="754" y="165"/>
                    <a:pt x="754" y="368"/>
                  </a:cubicBezTo>
                  <a:lnTo>
                    <a:pt x="754" y="754"/>
                  </a:lnTo>
                  <a:lnTo>
                    <a:pt x="369" y="754"/>
                  </a:lnTo>
                  <a:cubicBezTo>
                    <a:pt x="166" y="754"/>
                    <a:pt x="1" y="918"/>
                    <a:pt x="1" y="1121"/>
                  </a:cubicBezTo>
                  <a:cubicBezTo>
                    <a:pt x="1" y="1324"/>
                    <a:pt x="166" y="1489"/>
                    <a:pt x="369" y="1489"/>
                  </a:cubicBezTo>
                  <a:lnTo>
                    <a:pt x="754" y="1489"/>
                  </a:lnTo>
                  <a:lnTo>
                    <a:pt x="754" y="1874"/>
                  </a:lnTo>
                  <a:cubicBezTo>
                    <a:pt x="754" y="2077"/>
                    <a:pt x="919" y="2242"/>
                    <a:pt x="1122" y="2242"/>
                  </a:cubicBezTo>
                  <a:cubicBezTo>
                    <a:pt x="1325" y="2242"/>
                    <a:pt x="1489" y="2077"/>
                    <a:pt x="1489" y="1874"/>
                  </a:cubicBezTo>
                  <a:lnTo>
                    <a:pt x="1489" y="1489"/>
                  </a:lnTo>
                  <a:lnTo>
                    <a:pt x="1875" y="1489"/>
                  </a:lnTo>
                  <a:cubicBezTo>
                    <a:pt x="2078" y="1489"/>
                    <a:pt x="2243" y="1324"/>
                    <a:pt x="2243" y="1121"/>
                  </a:cubicBezTo>
                  <a:cubicBezTo>
                    <a:pt x="2243" y="918"/>
                    <a:pt x="2081" y="754"/>
                    <a:pt x="1875" y="754"/>
                  </a:cubicBezTo>
                  <a:lnTo>
                    <a:pt x="1489" y="754"/>
                  </a:lnTo>
                  <a:lnTo>
                    <a:pt x="1489" y="368"/>
                  </a:lnTo>
                  <a:cubicBezTo>
                    <a:pt x="1489" y="165"/>
                    <a:pt x="1325" y="1"/>
                    <a:pt x="1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8"/>
            <p:cNvSpPr/>
            <p:nvPr/>
          </p:nvSpPr>
          <p:spPr>
            <a:xfrm>
              <a:off x="4351966" y="1375691"/>
              <a:ext cx="411222" cy="411113"/>
            </a:xfrm>
            <a:custGeom>
              <a:rect b="b" l="l" r="r" t="t"/>
              <a:pathLst>
                <a:path extrusionOk="0" h="18826" w="18831">
                  <a:moveTo>
                    <a:pt x="2648" y="727"/>
                  </a:moveTo>
                  <a:lnTo>
                    <a:pt x="2648" y="2572"/>
                  </a:lnTo>
                  <a:cubicBezTo>
                    <a:pt x="2648" y="3096"/>
                    <a:pt x="2219" y="3528"/>
                    <a:pt x="1692" y="3528"/>
                  </a:cubicBezTo>
                  <a:cubicBezTo>
                    <a:pt x="1172" y="3528"/>
                    <a:pt x="748" y="3107"/>
                    <a:pt x="736" y="2590"/>
                  </a:cubicBezTo>
                  <a:lnTo>
                    <a:pt x="736" y="2345"/>
                  </a:lnTo>
                  <a:lnTo>
                    <a:pt x="736" y="2334"/>
                  </a:lnTo>
                  <a:lnTo>
                    <a:pt x="736" y="727"/>
                  </a:lnTo>
                  <a:close/>
                  <a:moveTo>
                    <a:pt x="5296" y="730"/>
                  </a:moveTo>
                  <a:lnTo>
                    <a:pt x="5296" y="2572"/>
                  </a:lnTo>
                  <a:cubicBezTo>
                    <a:pt x="5296" y="3096"/>
                    <a:pt x="4866" y="3528"/>
                    <a:pt x="4340" y="3528"/>
                  </a:cubicBezTo>
                  <a:cubicBezTo>
                    <a:pt x="3813" y="3528"/>
                    <a:pt x="3384" y="3096"/>
                    <a:pt x="3384" y="2572"/>
                  </a:cubicBezTo>
                  <a:lnTo>
                    <a:pt x="3384" y="730"/>
                  </a:lnTo>
                  <a:close/>
                  <a:moveTo>
                    <a:pt x="7943" y="730"/>
                  </a:moveTo>
                  <a:lnTo>
                    <a:pt x="7943" y="2572"/>
                  </a:lnTo>
                  <a:cubicBezTo>
                    <a:pt x="7943" y="3096"/>
                    <a:pt x="7514" y="3528"/>
                    <a:pt x="6987" y="3528"/>
                  </a:cubicBezTo>
                  <a:cubicBezTo>
                    <a:pt x="6461" y="3528"/>
                    <a:pt x="6031" y="3096"/>
                    <a:pt x="6031" y="2572"/>
                  </a:cubicBezTo>
                  <a:lnTo>
                    <a:pt x="6031" y="730"/>
                  </a:lnTo>
                  <a:close/>
                  <a:moveTo>
                    <a:pt x="10591" y="730"/>
                  </a:moveTo>
                  <a:lnTo>
                    <a:pt x="10591" y="2572"/>
                  </a:lnTo>
                  <a:cubicBezTo>
                    <a:pt x="10591" y="3096"/>
                    <a:pt x="10162" y="3528"/>
                    <a:pt x="9635" y="3528"/>
                  </a:cubicBezTo>
                  <a:cubicBezTo>
                    <a:pt x="9108" y="3528"/>
                    <a:pt x="8679" y="3096"/>
                    <a:pt x="8679" y="2572"/>
                  </a:cubicBezTo>
                  <a:lnTo>
                    <a:pt x="8679" y="730"/>
                  </a:lnTo>
                  <a:close/>
                  <a:moveTo>
                    <a:pt x="13239" y="730"/>
                  </a:moveTo>
                  <a:lnTo>
                    <a:pt x="13239" y="2572"/>
                  </a:lnTo>
                  <a:cubicBezTo>
                    <a:pt x="13239" y="3096"/>
                    <a:pt x="12809" y="3528"/>
                    <a:pt x="12283" y="3528"/>
                  </a:cubicBezTo>
                  <a:cubicBezTo>
                    <a:pt x="11756" y="3528"/>
                    <a:pt x="11326" y="3096"/>
                    <a:pt x="11326" y="2572"/>
                  </a:cubicBezTo>
                  <a:lnTo>
                    <a:pt x="11326" y="730"/>
                  </a:lnTo>
                  <a:close/>
                  <a:moveTo>
                    <a:pt x="15886" y="730"/>
                  </a:moveTo>
                  <a:lnTo>
                    <a:pt x="15886" y="2339"/>
                  </a:lnTo>
                  <a:lnTo>
                    <a:pt x="15886" y="2351"/>
                  </a:lnTo>
                  <a:lnTo>
                    <a:pt x="15886" y="2592"/>
                  </a:lnTo>
                  <a:cubicBezTo>
                    <a:pt x="15871" y="3110"/>
                    <a:pt x="15448" y="3528"/>
                    <a:pt x="14930" y="3528"/>
                  </a:cubicBezTo>
                  <a:cubicBezTo>
                    <a:pt x="14404" y="3528"/>
                    <a:pt x="13974" y="3096"/>
                    <a:pt x="13974" y="2572"/>
                  </a:cubicBezTo>
                  <a:lnTo>
                    <a:pt x="13974" y="730"/>
                  </a:lnTo>
                  <a:close/>
                  <a:moveTo>
                    <a:pt x="12575" y="5757"/>
                  </a:moveTo>
                  <a:cubicBezTo>
                    <a:pt x="13504" y="5757"/>
                    <a:pt x="14433" y="6042"/>
                    <a:pt x="15215" y="6611"/>
                  </a:cubicBezTo>
                  <a:lnTo>
                    <a:pt x="14742" y="8432"/>
                  </a:lnTo>
                  <a:lnTo>
                    <a:pt x="10409" y="8432"/>
                  </a:lnTo>
                  <a:lnTo>
                    <a:pt x="9932" y="6611"/>
                  </a:lnTo>
                  <a:cubicBezTo>
                    <a:pt x="10716" y="6042"/>
                    <a:pt x="11646" y="5757"/>
                    <a:pt x="12575" y="5757"/>
                  </a:cubicBezTo>
                  <a:close/>
                  <a:moveTo>
                    <a:pt x="5884" y="6249"/>
                  </a:moveTo>
                  <a:lnTo>
                    <a:pt x="5884" y="10515"/>
                  </a:lnTo>
                  <a:lnTo>
                    <a:pt x="736" y="10515"/>
                  </a:lnTo>
                  <a:lnTo>
                    <a:pt x="736" y="6249"/>
                  </a:lnTo>
                  <a:close/>
                  <a:moveTo>
                    <a:pt x="14654" y="9167"/>
                  </a:moveTo>
                  <a:lnTo>
                    <a:pt x="14654" y="10079"/>
                  </a:lnTo>
                  <a:cubicBezTo>
                    <a:pt x="14654" y="11285"/>
                    <a:pt x="13765" y="12318"/>
                    <a:pt x="12577" y="12503"/>
                  </a:cubicBezTo>
                  <a:cubicBezTo>
                    <a:pt x="11388" y="12318"/>
                    <a:pt x="10500" y="11285"/>
                    <a:pt x="10500" y="10079"/>
                  </a:cubicBezTo>
                  <a:lnTo>
                    <a:pt x="10500" y="9167"/>
                  </a:lnTo>
                  <a:close/>
                  <a:moveTo>
                    <a:pt x="13409" y="13030"/>
                  </a:moveTo>
                  <a:lnTo>
                    <a:pt x="13409" y="13500"/>
                  </a:lnTo>
                  <a:lnTo>
                    <a:pt x="12577" y="16698"/>
                  </a:lnTo>
                  <a:lnTo>
                    <a:pt x="11747" y="13500"/>
                  </a:lnTo>
                  <a:lnTo>
                    <a:pt x="11747" y="13030"/>
                  </a:lnTo>
                  <a:cubicBezTo>
                    <a:pt x="11991" y="13127"/>
                    <a:pt x="12253" y="13200"/>
                    <a:pt x="12530" y="13239"/>
                  </a:cubicBezTo>
                  <a:cubicBezTo>
                    <a:pt x="12544" y="13242"/>
                    <a:pt x="12562" y="13242"/>
                    <a:pt x="12577" y="13242"/>
                  </a:cubicBezTo>
                  <a:cubicBezTo>
                    <a:pt x="12591" y="13242"/>
                    <a:pt x="12609" y="13242"/>
                    <a:pt x="12624" y="13239"/>
                  </a:cubicBezTo>
                  <a:cubicBezTo>
                    <a:pt x="12900" y="13200"/>
                    <a:pt x="13162" y="13127"/>
                    <a:pt x="13409" y="13030"/>
                  </a:cubicBezTo>
                  <a:close/>
                  <a:moveTo>
                    <a:pt x="11079" y="13853"/>
                  </a:moveTo>
                  <a:lnTo>
                    <a:pt x="12180" y="18084"/>
                  </a:lnTo>
                  <a:lnTo>
                    <a:pt x="7061" y="18090"/>
                  </a:lnTo>
                  <a:lnTo>
                    <a:pt x="7061" y="16301"/>
                  </a:lnTo>
                  <a:cubicBezTo>
                    <a:pt x="7061" y="15466"/>
                    <a:pt x="7623" y="14742"/>
                    <a:pt x="8432" y="14533"/>
                  </a:cubicBezTo>
                  <a:lnTo>
                    <a:pt x="11079" y="13853"/>
                  </a:lnTo>
                  <a:close/>
                  <a:moveTo>
                    <a:pt x="14074" y="13856"/>
                  </a:moveTo>
                  <a:lnTo>
                    <a:pt x="16722" y="14536"/>
                  </a:lnTo>
                  <a:cubicBezTo>
                    <a:pt x="17528" y="14742"/>
                    <a:pt x="18092" y="15471"/>
                    <a:pt x="18092" y="16304"/>
                  </a:cubicBezTo>
                  <a:lnTo>
                    <a:pt x="18092" y="18090"/>
                  </a:lnTo>
                  <a:lnTo>
                    <a:pt x="12974" y="18090"/>
                  </a:lnTo>
                  <a:lnTo>
                    <a:pt x="14074" y="13856"/>
                  </a:lnTo>
                  <a:close/>
                  <a:moveTo>
                    <a:pt x="368" y="1"/>
                  </a:moveTo>
                  <a:cubicBezTo>
                    <a:pt x="165" y="1"/>
                    <a:pt x="1" y="166"/>
                    <a:pt x="1" y="369"/>
                  </a:cubicBezTo>
                  <a:lnTo>
                    <a:pt x="1" y="14121"/>
                  </a:lnTo>
                  <a:cubicBezTo>
                    <a:pt x="1" y="14324"/>
                    <a:pt x="165" y="14489"/>
                    <a:pt x="368" y="14489"/>
                  </a:cubicBezTo>
                  <a:lnTo>
                    <a:pt x="6252" y="14489"/>
                  </a:lnTo>
                  <a:cubicBezTo>
                    <a:pt x="6455" y="14489"/>
                    <a:pt x="6620" y="14324"/>
                    <a:pt x="6620" y="14121"/>
                  </a:cubicBezTo>
                  <a:cubicBezTo>
                    <a:pt x="6620" y="13918"/>
                    <a:pt x="6455" y="13753"/>
                    <a:pt x="6252" y="13753"/>
                  </a:cubicBezTo>
                  <a:lnTo>
                    <a:pt x="736" y="13753"/>
                  </a:lnTo>
                  <a:lnTo>
                    <a:pt x="736" y="12724"/>
                  </a:lnTo>
                  <a:lnTo>
                    <a:pt x="3598" y="12724"/>
                  </a:lnTo>
                  <a:cubicBezTo>
                    <a:pt x="3799" y="12724"/>
                    <a:pt x="3966" y="12559"/>
                    <a:pt x="3966" y="12356"/>
                  </a:cubicBezTo>
                  <a:cubicBezTo>
                    <a:pt x="3966" y="12153"/>
                    <a:pt x="3799" y="11988"/>
                    <a:pt x="3598" y="11988"/>
                  </a:cubicBezTo>
                  <a:lnTo>
                    <a:pt x="736" y="11988"/>
                  </a:lnTo>
                  <a:lnTo>
                    <a:pt x="736" y="11253"/>
                  </a:lnTo>
                  <a:lnTo>
                    <a:pt x="6252" y="11253"/>
                  </a:lnTo>
                  <a:cubicBezTo>
                    <a:pt x="6455" y="11253"/>
                    <a:pt x="6620" y="11088"/>
                    <a:pt x="6620" y="10885"/>
                  </a:cubicBezTo>
                  <a:lnTo>
                    <a:pt x="6620" y="5884"/>
                  </a:lnTo>
                  <a:cubicBezTo>
                    <a:pt x="6620" y="5681"/>
                    <a:pt x="6455" y="5517"/>
                    <a:pt x="6252" y="5517"/>
                  </a:cubicBezTo>
                  <a:lnTo>
                    <a:pt x="736" y="5517"/>
                  </a:lnTo>
                  <a:lnTo>
                    <a:pt x="736" y="3969"/>
                  </a:lnTo>
                  <a:cubicBezTo>
                    <a:pt x="1010" y="4155"/>
                    <a:pt x="1336" y="4266"/>
                    <a:pt x="1692" y="4266"/>
                  </a:cubicBezTo>
                  <a:cubicBezTo>
                    <a:pt x="2231" y="4266"/>
                    <a:pt x="2707" y="4016"/>
                    <a:pt x="3016" y="3625"/>
                  </a:cubicBezTo>
                  <a:cubicBezTo>
                    <a:pt x="3325" y="4016"/>
                    <a:pt x="3804" y="4266"/>
                    <a:pt x="4340" y="4266"/>
                  </a:cubicBezTo>
                  <a:cubicBezTo>
                    <a:pt x="4878" y="4266"/>
                    <a:pt x="5355" y="4016"/>
                    <a:pt x="5664" y="3625"/>
                  </a:cubicBezTo>
                  <a:cubicBezTo>
                    <a:pt x="5972" y="4016"/>
                    <a:pt x="6452" y="4266"/>
                    <a:pt x="6987" y="4266"/>
                  </a:cubicBezTo>
                  <a:cubicBezTo>
                    <a:pt x="7526" y="4266"/>
                    <a:pt x="8002" y="4016"/>
                    <a:pt x="8311" y="3625"/>
                  </a:cubicBezTo>
                  <a:cubicBezTo>
                    <a:pt x="8620" y="4016"/>
                    <a:pt x="9100" y="4266"/>
                    <a:pt x="9635" y="4266"/>
                  </a:cubicBezTo>
                  <a:cubicBezTo>
                    <a:pt x="10173" y="4266"/>
                    <a:pt x="10650" y="4016"/>
                    <a:pt x="10959" y="3625"/>
                  </a:cubicBezTo>
                  <a:cubicBezTo>
                    <a:pt x="11268" y="4016"/>
                    <a:pt x="11747" y="4266"/>
                    <a:pt x="12283" y="4266"/>
                  </a:cubicBezTo>
                  <a:cubicBezTo>
                    <a:pt x="12821" y="4266"/>
                    <a:pt x="13297" y="4016"/>
                    <a:pt x="13606" y="3625"/>
                  </a:cubicBezTo>
                  <a:cubicBezTo>
                    <a:pt x="13915" y="4016"/>
                    <a:pt x="14395" y="4266"/>
                    <a:pt x="14930" y="4266"/>
                  </a:cubicBezTo>
                  <a:cubicBezTo>
                    <a:pt x="15283" y="4266"/>
                    <a:pt x="15616" y="4155"/>
                    <a:pt x="15886" y="3969"/>
                  </a:cubicBezTo>
                  <a:lnTo>
                    <a:pt x="15886" y="6258"/>
                  </a:lnTo>
                  <a:cubicBezTo>
                    <a:pt x="15845" y="6184"/>
                    <a:pt x="15786" y="6120"/>
                    <a:pt x="15718" y="6067"/>
                  </a:cubicBezTo>
                  <a:cubicBezTo>
                    <a:pt x="14807" y="5384"/>
                    <a:pt x="13721" y="5019"/>
                    <a:pt x="12580" y="5019"/>
                  </a:cubicBezTo>
                  <a:cubicBezTo>
                    <a:pt x="11441" y="5019"/>
                    <a:pt x="10353" y="5381"/>
                    <a:pt x="9441" y="6067"/>
                  </a:cubicBezTo>
                  <a:cubicBezTo>
                    <a:pt x="9235" y="6223"/>
                    <a:pt x="9144" y="6487"/>
                    <a:pt x="9208" y="6737"/>
                  </a:cubicBezTo>
                  <a:lnTo>
                    <a:pt x="9770" y="8897"/>
                  </a:lnTo>
                  <a:cubicBezTo>
                    <a:pt x="9770" y="8900"/>
                    <a:pt x="9770" y="8900"/>
                    <a:pt x="9776" y="8903"/>
                  </a:cubicBezTo>
                  <a:cubicBezTo>
                    <a:pt x="9767" y="8929"/>
                    <a:pt x="9767" y="8955"/>
                    <a:pt x="9767" y="8979"/>
                  </a:cubicBezTo>
                  <a:lnTo>
                    <a:pt x="9767" y="10079"/>
                  </a:lnTo>
                  <a:cubicBezTo>
                    <a:pt x="9767" y="11094"/>
                    <a:pt x="10253" y="12018"/>
                    <a:pt x="11015" y="12603"/>
                  </a:cubicBezTo>
                  <a:lnTo>
                    <a:pt x="11015" y="13112"/>
                  </a:lnTo>
                  <a:lnTo>
                    <a:pt x="8252" y="13824"/>
                  </a:lnTo>
                  <a:cubicBezTo>
                    <a:pt x="7120" y="14112"/>
                    <a:pt x="6328" y="15133"/>
                    <a:pt x="6328" y="16301"/>
                  </a:cubicBezTo>
                  <a:lnTo>
                    <a:pt x="6328" y="18457"/>
                  </a:lnTo>
                  <a:cubicBezTo>
                    <a:pt x="6328" y="18657"/>
                    <a:pt x="6496" y="18825"/>
                    <a:pt x="6696" y="18825"/>
                  </a:cubicBezTo>
                  <a:lnTo>
                    <a:pt x="18463" y="18825"/>
                  </a:lnTo>
                  <a:cubicBezTo>
                    <a:pt x="18666" y="18825"/>
                    <a:pt x="18831" y="18657"/>
                    <a:pt x="18831" y="18457"/>
                  </a:cubicBezTo>
                  <a:lnTo>
                    <a:pt x="18831" y="16301"/>
                  </a:lnTo>
                  <a:cubicBezTo>
                    <a:pt x="18828" y="15133"/>
                    <a:pt x="18037" y="14112"/>
                    <a:pt x="16904" y="13824"/>
                  </a:cubicBezTo>
                  <a:lnTo>
                    <a:pt x="14145" y="13112"/>
                  </a:lnTo>
                  <a:lnTo>
                    <a:pt x="14145" y="12603"/>
                  </a:lnTo>
                  <a:cubicBezTo>
                    <a:pt x="14904" y="12015"/>
                    <a:pt x="15389" y="11094"/>
                    <a:pt x="15389" y="10079"/>
                  </a:cubicBezTo>
                  <a:lnTo>
                    <a:pt x="15389" y="8979"/>
                  </a:lnTo>
                  <a:cubicBezTo>
                    <a:pt x="15389" y="8955"/>
                    <a:pt x="15386" y="8926"/>
                    <a:pt x="15383" y="8903"/>
                  </a:cubicBezTo>
                  <a:cubicBezTo>
                    <a:pt x="15383" y="8900"/>
                    <a:pt x="15383" y="8900"/>
                    <a:pt x="15386" y="8897"/>
                  </a:cubicBezTo>
                  <a:lnTo>
                    <a:pt x="15886" y="6976"/>
                  </a:lnTo>
                  <a:lnTo>
                    <a:pt x="15886" y="12447"/>
                  </a:lnTo>
                  <a:cubicBezTo>
                    <a:pt x="15886" y="12650"/>
                    <a:pt x="16051" y="12815"/>
                    <a:pt x="16254" y="12815"/>
                  </a:cubicBezTo>
                  <a:cubicBezTo>
                    <a:pt x="16457" y="12815"/>
                    <a:pt x="16622" y="12650"/>
                    <a:pt x="16622" y="12447"/>
                  </a:cubicBezTo>
                  <a:lnTo>
                    <a:pt x="16622" y="369"/>
                  </a:lnTo>
                  <a:cubicBezTo>
                    <a:pt x="16622" y="166"/>
                    <a:pt x="16457" y="1"/>
                    <a:pt x="162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44" name="Google Shape;744;p48" title="Screenshot 2026-04-18 at 6.56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24" y="-6"/>
            <a:ext cx="7478821" cy="51434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5" name="Google Shape;745;p48"/>
          <p:cNvSpPr txBox="1"/>
          <p:nvPr/>
        </p:nvSpPr>
        <p:spPr>
          <a:xfrm>
            <a:off x="6845075" y="122300"/>
            <a:ext cx="1453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rPr>
              <a:t>Weight: 4.102</a:t>
            </a:r>
            <a:endParaRPr b="1" sz="900">
              <a:solidFill>
                <a:schemeClr val="dk1"/>
              </a:solidFill>
              <a:latin typeface="Doppio One"/>
              <a:ea typeface="Doppio One"/>
              <a:cs typeface="Doppio One"/>
              <a:sym typeface="Doppio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9"/>
          <p:cNvSpPr txBox="1"/>
          <p:nvPr>
            <p:ph idx="4" type="subTitle"/>
          </p:nvPr>
        </p:nvSpPr>
        <p:spPr>
          <a:xfrm>
            <a:off x="711275" y="3053400"/>
            <a:ext cx="2334000" cy="4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</a:t>
            </a:r>
            <a:endParaRPr/>
          </a:p>
        </p:txBody>
      </p:sp>
      <p:sp>
        <p:nvSpPr>
          <p:cNvPr id="751" name="Google Shape;751;p49"/>
          <p:cNvSpPr txBox="1"/>
          <p:nvPr>
            <p:ph idx="1" type="subTitle"/>
          </p:nvPr>
        </p:nvSpPr>
        <p:spPr>
          <a:xfrm>
            <a:off x="711275" y="1638350"/>
            <a:ext cx="2334000" cy="4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Medical</a:t>
            </a:r>
            <a:endParaRPr/>
          </a:p>
        </p:txBody>
      </p:sp>
      <p:sp>
        <p:nvSpPr>
          <p:cNvPr id="752" name="Google Shape;752;p49"/>
          <p:cNvSpPr txBox="1"/>
          <p:nvPr>
            <p:ph idx="7" type="subTitle"/>
          </p:nvPr>
        </p:nvSpPr>
        <p:spPr>
          <a:xfrm>
            <a:off x="715426" y="3415281"/>
            <a:ext cx="23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and has several rings</a:t>
            </a:r>
            <a:endParaRPr/>
          </a:p>
        </p:txBody>
      </p:sp>
      <p:sp>
        <p:nvSpPr>
          <p:cNvPr id="753" name="Google Shape;753;p49"/>
          <p:cNvSpPr txBox="1"/>
          <p:nvPr>
            <p:ph idx="5" type="subTitle"/>
          </p:nvPr>
        </p:nvSpPr>
        <p:spPr>
          <a:xfrm>
            <a:off x="715426" y="2000238"/>
            <a:ext cx="23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pic>
        <p:nvPicPr>
          <p:cNvPr id="754" name="Google Shape;754;p49" title="Screenshot 2026-04-18 at 6.58.29 PM.png"/>
          <p:cNvPicPr preferRelativeResize="0"/>
          <p:nvPr/>
        </p:nvPicPr>
        <p:blipFill rotWithShape="1">
          <a:blip r:embed="rId3">
            <a:alphaModFix/>
          </a:blip>
          <a:srcRect b="1400" l="0" r="0" t="0"/>
          <a:stretch/>
        </p:blipFill>
        <p:spPr>
          <a:xfrm>
            <a:off x="782375" y="0"/>
            <a:ext cx="7579257" cy="51434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5" name="Google Shape;755;p49"/>
          <p:cNvSpPr txBox="1"/>
          <p:nvPr/>
        </p:nvSpPr>
        <p:spPr>
          <a:xfrm>
            <a:off x="6845075" y="122300"/>
            <a:ext cx="1453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rPr>
              <a:t>Weight: -0.964</a:t>
            </a:r>
            <a:endParaRPr b="1" sz="900">
              <a:solidFill>
                <a:schemeClr val="dk1"/>
              </a:solidFill>
              <a:latin typeface="Doppio One"/>
              <a:ea typeface="Doppio One"/>
              <a:cs typeface="Doppio One"/>
              <a:sym typeface="Doppio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0"/>
          <p:cNvSpPr txBox="1"/>
          <p:nvPr>
            <p:ph idx="4" type="subTitle"/>
          </p:nvPr>
        </p:nvSpPr>
        <p:spPr>
          <a:xfrm>
            <a:off x="637825" y="1364400"/>
            <a:ext cx="3891300" cy="31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Having a social outlet and space of belonging can help prevent Postpartum Depression.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Peer support is effective in the mitigation of Postpartum Depression (Kamalifard et al., 2013). </a:t>
            </a:r>
            <a:endParaRPr sz="1800"/>
          </a:p>
        </p:txBody>
      </p:sp>
      <p:sp>
        <p:nvSpPr>
          <p:cNvPr id="761" name="Google Shape;761;p50"/>
          <p:cNvSpPr txBox="1"/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Mean?</a:t>
            </a:r>
            <a:endParaRPr/>
          </a:p>
        </p:txBody>
      </p:sp>
      <p:pic>
        <p:nvPicPr>
          <p:cNvPr id="762" name="Google Shape;762;p50" title="Screenshot 2026-04-18 at 7.04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525" y="1333588"/>
            <a:ext cx="3973774" cy="247633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3" name="Google Shape;763;p50"/>
          <p:cNvSpPr txBox="1"/>
          <p:nvPr/>
        </p:nvSpPr>
        <p:spPr>
          <a:xfrm>
            <a:off x="4791075" y="3762300"/>
            <a:ext cx="39738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Figure 1. A table showing Edinburgh Postpartum Depression Scores of patients in the control vs experimental group. From National Library of Medicine, by Mahin Kamalifar et al., 2013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1"/>
          <p:cNvSpPr txBox="1"/>
          <p:nvPr>
            <p:ph type="title"/>
          </p:nvPr>
        </p:nvSpPr>
        <p:spPr>
          <a:xfrm>
            <a:off x="961755" y="2461577"/>
            <a:ext cx="3828300" cy="12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Steps Forward</a:t>
            </a:r>
            <a:endParaRPr/>
          </a:p>
        </p:txBody>
      </p:sp>
      <p:sp>
        <p:nvSpPr>
          <p:cNvPr id="769" name="Google Shape;769;p51"/>
          <p:cNvSpPr/>
          <p:nvPr/>
        </p:nvSpPr>
        <p:spPr>
          <a:xfrm>
            <a:off x="1091000" y="1388150"/>
            <a:ext cx="912300" cy="91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0" name="Google Shape;770;p51"/>
          <p:cNvSpPr txBox="1"/>
          <p:nvPr>
            <p:ph idx="4294967295" type="title"/>
          </p:nvPr>
        </p:nvSpPr>
        <p:spPr>
          <a:xfrm flipH="1">
            <a:off x="1090988" y="1388140"/>
            <a:ext cx="912300" cy="9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04</a:t>
            </a:r>
            <a:endParaRPr sz="4500"/>
          </a:p>
        </p:txBody>
      </p:sp>
      <p:sp>
        <p:nvSpPr>
          <p:cNvPr id="771" name="Google Shape;771;p51"/>
          <p:cNvSpPr/>
          <p:nvPr/>
        </p:nvSpPr>
        <p:spPr>
          <a:xfrm rot="-2700000">
            <a:off x="7339995" y="854524"/>
            <a:ext cx="919726" cy="746329"/>
          </a:xfrm>
          <a:custGeom>
            <a:rect b="b" l="l" r="r" t="t"/>
            <a:pathLst>
              <a:path extrusionOk="0" h="15934" w="19636">
                <a:moveTo>
                  <a:pt x="7135" y="0"/>
                </a:moveTo>
                <a:cubicBezTo>
                  <a:pt x="6787" y="0"/>
                  <a:pt x="6445" y="10"/>
                  <a:pt x="6110" y="30"/>
                </a:cubicBezTo>
                <a:cubicBezTo>
                  <a:pt x="5319" y="61"/>
                  <a:pt x="4559" y="182"/>
                  <a:pt x="3769" y="334"/>
                </a:cubicBezTo>
                <a:cubicBezTo>
                  <a:pt x="1976" y="699"/>
                  <a:pt x="0" y="2553"/>
                  <a:pt x="1733" y="4255"/>
                </a:cubicBezTo>
                <a:cubicBezTo>
                  <a:pt x="2375" y="4898"/>
                  <a:pt x="3180" y="5072"/>
                  <a:pt x="4016" y="5072"/>
                </a:cubicBezTo>
                <a:cubicBezTo>
                  <a:pt x="4327" y="5072"/>
                  <a:pt x="4642" y="5048"/>
                  <a:pt x="4955" y="5015"/>
                </a:cubicBezTo>
                <a:cubicBezTo>
                  <a:pt x="5646" y="4966"/>
                  <a:pt x="6553" y="4836"/>
                  <a:pt x="7444" y="4836"/>
                </a:cubicBezTo>
                <a:cubicBezTo>
                  <a:pt x="8746" y="4836"/>
                  <a:pt x="10012" y="5113"/>
                  <a:pt x="10517" y="6322"/>
                </a:cubicBezTo>
                <a:cubicBezTo>
                  <a:pt x="10608" y="6535"/>
                  <a:pt x="10669" y="6778"/>
                  <a:pt x="10730" y="6991"/>
                </a:cubicBezTo>
                <a:cubicBezTo>
                  <a:pt x="11007" y="9137"/>
                  <a:pt x="8900" y="9479"/>
                  <a:pt x="7125" y="9479"/>
                </a:cubicBezTo>
                <a:cubicBezTo>
                  <a:pt x="6562" y="9479"/>
                  <a:pt x="6033" y="9444"/>
                  <a:pt x="5623" y="9422"/>
                </a:cubicBezTo>
                <a:cubicBezTo>
                  <a:pt x="5507" y="9416"/>
                  <a:pt x="5387" y="9413"/>
                  <a:pt x="5265" y="9413"/>
                </a:cubicBezTo>
                <a:cubicBezTo>
                  <a:pt x="4181" y="9413"/>
                  <a:pt x="2936" y="9679"/>
                  <a:pt x="2280" y="10608"/>
                </a:cubicBezTo>
                <a:cubicBezTo>
                  <a:pt x="1337" y="11976"/>
                  <a:pt x="2158" y="13647"/>
                  <a:pt x="3222" y="14620"/>
                </a:cubicBezTo>
                <a:cubicBezTo>
                  <a:pt x="3496" y="14863"/>
                  <a:pt x="3739" y="15046"/>
                  <a:pt x="3982" y="15198"/>
                </a:cubicBezTo>
                <a:cubicBezTo>
                  <a:pt x="4996" y="15811"/>
                  <a:pt x="6174" y="15933"/>
                  <a:pt x="7311" y="15933"/>
                </a:cubicBezTo>
                <a:cubicBezTo>
                  <a:pt x="7469" y="15933"/>
                  <a:pt x="7626" y="15931"/>
                  <a:pt x="7781" y="15927"/>
                </a:cubicBezTo>
                <a:cubicBezTo>
                  <a:pt x="9210" y="15927"/>
                  <a:pt x="10608" y="15897"/>
                  <a:pt x="12006" y="15684"/>
                </a:cubicBezTo>
                <a:cubicBezTo>
                  <a:pt x="14468" y="15349"/>
                  <a:pt x="16991" y="14468"/>
                  <a:pt x="18420" y="12340"/>
                </a:cubicBezTo>
                <a:cubicBezTo>
                  <a:pt x="19423" y="10942"/>
                  <a:pt x="19636" y="9149"/>
                  <a:pt x="19301" y="7477"/>
                </a:cubicBezTo>
                <a:cubicBezTo>
                  <a:pt x="18193" y="2079"/>
                  <a:pt x="12119" y="0"/>
                  <a:pt x="71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51"/>
          <p:cNvSpPr/>
          <p:nvPr/>
        </p:nvSpPr>
        <p:spPr>
          <a:xfrm rot="-2700000">
            <a:off x="7394929" y="276334"/>
            <a:ext cx="1285630" cy="1494578"/>
          </a:xfrm>
          <a:custGeom>
            <a:rect b="b" l="l" r="r" t="t"/>
            <a:pathLst>
              <a:path extrusionOk="0" h="31909" w="27448">
                <a:moveTo>
                  <a:pt x="3711" y="1"/>
                </a:moveTo>
                <a:cubicBezTo>
                  <a:pt x="3229" y="1"/>
                  <a:pt x="2750" y="41"/>
                  <a:pt x="2280" y="151"/>
                </a:cubicBezTo>
                <a:cubicBezTo>
                  <a:pt x="882" y="486"/>
                  <a:pt x="0" y="1823"/>
                  <a:pt x="122" y="3221"/>
                </a:cubicBezTo>
                <a:cubicBezTo>
                  <a:pt x="274" y="5623"/>
                  <a:pt x="3009" y="5835"/>
                  <a:pt x="4924" y="5835"/>
                </a:cubicBezTo>
                <a:cubicBezTo>
                  <a:pt x="7356" y="5835"/>
                  <a:pt x="9788" y="5957"/>
                  <a:pt x="12128" y="6534"/>
                </a:cubicBezTo>
                <a:cubicBezTo>
                  <a:pt x="14864" y="7173"/>
                  <a:pt x="17447" y="8632"/>
                  <a:pt x="18815" y="11215"/>
                </a:cubicBezTo>
                <a:cubicBezTo>
                  <a:pt x="19970" y="13373"/>
                  <a:pt x="20061" y="15957"/>
                  <a:pt x="19271" y="18237"/>
                </a:cubicBezTo>
                <a:cubicBezTo>
                  <a:pt x="18602" y="20212"/>
                  <a:pt x="17234" y="21915"/>
                  <a:pt x="15411" y="23009"/>
                </a:cubicBezTo>
                <a:cubicBezTo>
                  <a:pt x="13344" y="24285"/>
                  <a:pt x="10912" y="24589"/>
                  <a:pt x="8511" y="24620"/>
                </a:cubicBezTo>
                <a:cubicBezTo>
                  <a:pt x="8181" y="24629"/>
                  <a:pt x="7849" y="24632"/>
                  <a:pt x="7516" y="24632"/>
                </a:cubicBezTo>
                <a:cubicBezTo>
                  <a:pt x="6712" y="24632"/>
                  <a:pt x="5902" y="24611"/>
                  <a:pt x="5107" y="24589"/>
                </a:cubicBezTo>
                <a:cubicBezTo>
                  <a:pt x="4570" y="24562"/>
                  <a:pt x="4027" y="24516"/>
                  <a:pt x="3489" y="24516"/>
                </a:cubicBezTo>
                <a:cubicBezTo>
                  <a:pt x="2839" y="24516"/>
                  <a:pt x="2196" y="24583"/>
                  <a:pt x="1581" y="24833"/>
                </a:cubicBezTo>
                <a:cubicBezTo>
                  <a:pt x="395" y="25289"/>
                  <a:pt x="578" y="26899"/>
                  <a:pt x="699" y="27963"/>
                </a:cubicBezTo>
                <a:cubicBezTo>
                  <a:pt x="699" y="28115"/>
                  <a:pt x="730" y="28237"/>
                  <a:pt x="730" y="28328"/>
                </a:cubicBezTo>
                <a:cubicBezTo>
                  <a:pt x="912" y="29605"/>
                  <a:pt x="1520" y="30699"/>
                  <a:pt x="2584" y="31368"/>
                </a:cubicBezTo>
                <a:cubicBezTo>
                  <a:pt x="3215" y="31784"/>
                  <a:pt x="3940" y="31908"/>
                  <a:pt x="4684" y="31908"/>
                </a:cubicBezTo>
                <a:cubicBezTo>
                  <a:pt x="5517" y="31908"/>
                  <a:pt x="6372" y="31752"/>
                  <a:pt x="7143" y="31672"/>
                </a:cubicBezTo>
                <a:cubicBezTo>
                  <a:pt x="8663" y="31520"/>
                  <a:pt x="10183" y="31337"/>
                  <a:pt x="11702" y="31064"/>
                </a:cubicBezTo>
                <a:cubicBezTo>
                  <a:pt x="14712" y="30577"/>
                  <a:pt x="17751" y="29757"/>
                  <a:pt x="20365" y="28176"/>
                </a:cubicBezTo>
                <a:cubicBezTo>
                  <a:pt x="21368" y="27629"/>
                  <a:pt x="22280" y="26899"/>
                  <a:pt x="23101" y="26109"/>
                </a:cubicBezTo>
                <a:cubicBezTo>
                  <a:pt x="24408" y="24893"/>
                  <a:pt x="25441" y="23404"/>
                  <a:pt x="26110" y="21732"/>
                </a:cubicBezTo>
                <a:cubicBezTo>
                  <a:pt x="27204" y="19118"/>
                  <a:pt x="27447" y="16231"/>
                  <a:pt x="26961" y="13434"/>
                </a:cubicBezTo>
                <a:cubicBezTo>
                  <a:pt x="26688" y="11884"/>
                  <a:pt x="26140" y="10334"/>
                  <a:pt x="25441" y="8936"/>
                </a:cubicBezTo>
                <a:cubicBezTo>
                  <a:pt x="24104" y="6261"/>
                  <a:pt x="22007" y="3951"/>
                  <a:pt x="19362" y="2644"/>
                </a:cubicBezTo>
                <a:cubicBezTo>
                  <a:pt x="17386" y="1702"/>
                  <a:pt x="15198" y="1276"/>
                  <a:pt x="13070" y="1033"/>
                </a:cubicBezTo>
                <a:cubicBezTo>
                  <a:pt x="10912" y="759"/>
                  <a:pt x="8784" y="486"/>
                  <a:pt x="6626" y="273"/>
                </a:cubicBezTo>
                <a:cubicBezTo>
                  <a:pt x="5688" y="171"/>
                  <a:pt x="4695" y="1"/>
                  <a:pt x="371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2"/>
          <p:cNvSpPr txBox="1"/>
          <p:nvPr>
            <p:ph idx="4294967295" type="body"/>
          </p:nvPr>
        </p:nvSpPr>
        <p:spPr>
          <a:xfrm>
            <a:off x="4121876" y="1201607"/>
            <a:ext cx="4585200" cy="29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Kansas ranks very low</a:t>
            </a:r>
            <a:r>
              <a:rPr lang="en" sz="1900"/>
              <a:t> in terms of national mental health ranking, especially in PPD.</a:t>
            </a:r>
            <a:br>
              <a:rPr lang="en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Patients in the </a:t>
            </a:r>
            <a:r>
              <a:rPr b="1" lang="en" sz="1900"/>
              <a:t>final 75 days</a:t>
            </a:r>
            <a:r>
              <a:rPr lang="en" sz="1900"/>
              <a:t> of pregnancy experience increasing levels of PPD symptoms.</a:t>
            </a:r>
            <a:br>
              <a:rPr lang="en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Peer support is effective</a:t>
            </a:r>
            <a:r>
              <a:rPr lang="en" sz="1900"/>
              <a:t> in preventing and combatting PPD.</a:t>
            </a:r>
            <a:endParaRPr sz="1900"/>
          </a:p>
        </p:txBody>
      </p:sp>
      <p:sp>
        <p:nvSpPr>
          <p:cNvPr id="778" name="Google Shape;778;p52"/>
          <p:cNvSpPr txBox="1"/>
          <p:nvPr>
            <p:ph type="title"/>
          </p:nvPr>
        </p:nvSpPr>
        <p:spPr>
          <a:xfrm>
            <a:off x="4511875" y="511975"/>
            <a:ext cx="3805200" cy="62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What We Know</a:t>
            </a:r>
            <a:endParaRPr sz="3500"/>
          </a:p>
        </p:txBody>
      </p:sp>
      <p:pic>
        <p:nvPicPr>
          <p:cNvPr id="779" name="Google Shape;779;p52" title="Screenshot 2026-04-18 at 7.19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606" y="1138974"/>
            <a:ext cx="3213349" cy="213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80" name="Google Shape;780;p52" title="Screenshot 2026-04-18 at 7.20.13 PM.png"/>
          <p:cNvPicPr preferRelativeResize="0"/>
          <p:nvPr/>
        </p:nvPicPr>
        <p:blipFill rotWithShape="1">
          <a:blip r:embed="rId4">
            <a:alphaModFix/>
          </a:blip>
          <a:srcRect b="0" l="0" r="50600" t="0"/>
          <a:stretch/>
        </p:blipFill>
        <p:spPr>
          <a:xfrm>
            <a:off x="822603" y="3271175"/>
            <a:ext cx="3213349" cy="43088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81" name="Google Shape;781;p52" title="Screenshot 2026-04-18 at 7.20.13 PM.png"/>
          <p:cNvPicPr preferRelativeResize="0"/>
          <p:nvPr/>
        </p:nvPicPr>
        <p:blipFill rotWithShape="1">
          <a:blip r:embed="rId4">
            <a:alphaModFix/>
          </a:blip>
          <a:srcRect b="0" l="49217" r="1383" t="0"/>
          <a:stretch/>
        </p:blipFill>
        <p:spPr>
          <a:xfrm>
            <a:off x="822603" y="3702051"/>
            <a:ext cx="3213466" cy="4308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2" name="Google Shape;782;p52"/>
          <p:cNvSpPr txBox="1"/>
          <p:nvPr/>
        </p:nvSpPr>
        <p:spPr>
          <a:xfrm>
            <a:off x="822465" y="751225"/>
            <a:ext cx="3213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Postpartum Depression by State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3" name="Google Shape;783;p52"/>
          <p:cNvSpPr txBox="1"/>
          <p:nvPr/>
        </p:nvSpPr>
        <p:spPr>
          <a:xfrm>
            <a:off x="917953" y="4132925"/>
            <a:ext cx="3213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Figure 1. A map of the United States displaying PPD rate by state. From United Health Rankings, 2023.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4" name="Google Shape;784;p52"/>
          <p:cNvSpPr/>
          <p:nvPr/>
        </p:nvSpPr>
        <p:spPr>
          <a:xfrm>
            <a:off x="7959329" y="3783536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85" name="Google Shape;785;p52"/>
          <p:cNvSpPr/>
          <p:nvPr/>
        </p:nvSpPr>
        <p:spPr>
          <a:xfrm rot="-8695136">
            <a:off x="8402479" y="118233"/>
            <a:ext cx="1483693" cy="1565273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yellow star with a black outline and a white background (Provided by Tenor)" id="786" name="Google Shape;786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2284990" y="2028449"/>
            <a:ext cx="134550" cy="12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3"/>
          <p:cNvSpPr txBox="1"/>
          <p:nvPr>
            <p:ph idx="1" type="subTitle"/>
          </p:nvPr>
        </p:nvSpPr>
        <p:spPr>
          <a:xfrm>
            <a:off x="715400" y="1589325"/>
            <a:ext cx="5874300" cy="22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combat Kansas’s growing problem of Postpartum Depression, Stormont Vail Health should </a:t>
            </a:r>
            <a:r>
              <a:rPr b="1" lang="en"/>
              <a:t>invest in programs</a:t>
            </a:r>
            <a:r>
              <a:rPr lang="en"/>
              <a:t> to </a:t>
            </a:r>
            <a:r>
              <a:rPr b="1" lang="en"/>
              <a:t>provide pregnant patients </a:t>
            </a:r>
            <a:r>
              <a:rPr lang="en"/>
              <a:t>with </a:t>
            </a:r>
            <a:r>
              <a:rPr b="1" lang="en"/>
              <a:t>support groups </a:t>
            </a:r>
            <a:r>
              <a:rPr lang="en"/>
              <a:t>in the </a:t>
            </a:r>
            <a:r>
              <a:rPr b="1" lang="en"/>
              <a:t>final 75 days of pregnancy</a:t>
            </a:r>
            <a:r>
              <a:rPr lang="en"/>
              <a:t>.</a:t>
            </a:r>
            <a:endParaRPr/>
          </a:p>
        </p:txBody>
      </p:sp>
      <p:sp>
        <p:nvSpPr>
          <p:cNvPr id="792" name="Google Shape;792;p53"/>
          <p:cNvSpPr txBox="1"/>
          <p:nvPr>
            <p:ph type="title"/>
          </p:nvPr>
        </p:nvSpPr>
        <p:spPr>
          <a:xfrm>
            <a:off x="-72575" y="461325"/>
            <a:ext cx="385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Our Proposal </a:t>
            </a:r>
            <a:endParaRPr sz="3600"/>
          </a:p>
        </p:txBody>
      </p:sp>
      <p:sp>
        <p:nvSpPr>
          <p:cNvPr id="793" name="Google Shape;793;p53"/>
          <p:cNvSpPr/>
          <p:nvPr/>
        </p:nvSpPr>
        <p:spPr>
          <a:xfrm>
            <a:off x="6375954" y="-397564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794" name="Google Shape;794;p53"/>
          <p:cNvGrpSpPr/>
          <p:nvPr/>
        </p:nvGrpSpPr>
        <p:grpSpPr>
          <a:xfrm>
            <a:off x="6137731" y="3433265"/>
            <a:ext cx="1618021" cy="1939016"/>
            <a:chOff x="6382288" y="83496"/>
            <a:chExt cx="1287823" cy="1543311"/>
          </a:xfrm>
        </p:grpSpPr>
        <p:sp>
          <p:nvSpPr>
            <p:cNvPr id="795" name="Google Shape;795;p53"/>
            <p:cNvSpPr/>
            <p:nvPr/>
          </p:nvSpPr>
          <p:spPr>
            <a:xfrm>
              <a:off x="7251339" y="154776"/>
              <a:ext cx="395132" cy="367379"/>
            </a:xfrm>
            <a:custGeom>
              <a:rect b="b" l="l" r="r" t="t"/>
              <a:pathLst>
                <a:path extrusionOk="0" h="9200" w="9895">
                  <a:moveTo>
                    <a:pt x="6988" y="1"/>
                  </a:moveTo>
                  <a:cubicBezTo>
                    <a:pt x="6638" y="1"/>
                    <a:pt x="6254" y="91"/>
                    <a:pt x="5836" y="293"/>
                  </a:cubicBezTo>
                  <a:cubicBezTo>
                    <a:pt x="3891" y="1296"/>
                    <a:pt x="0" y="5004"/>
                    <a:pt x="821" y="7467"/>
                  </a:cubicBezTo>
                  <a:cubicBezTo>
                    <a:pt x="1155" y="8530"/>
                    <a:pt x="2371" y="9199"/>
                    <a:pt x="3465" y="9199"/>
                  </a:cubicBezTo>
                  <a:cubicBezTo>
                    <a:pt x="4590" y="9199"/>
                    <a:pt x="5654" y="8652"/>
                    <a:pt x="6596" y="7983"/>
                  </a:cubicBezTo>
                  <a:cubicBezTo>
                    <a:pt x="7630" y="7223"/>
                    <a:pt x="8602" y="6251"/>
                    <a:pt x="9089" y="5035"/>
                  </a:cubicBezTo>
                  <a:cubicBezTo>
                    <a:pt x="9895" y="3163"/>
                    <a:pt x="9055" y="1"/>
                    <a:pt x="6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53"/>
            <p:cNvSpPr/>
            <p:nvPr/>
          </p:nvSpPr>
          <p:spPr>
            <a:xfrm>
              <a:off x="6853212" y="83496"/>
              <a:ext cx="249418" cy="321816"/>
            </a:xfrm>
            <a:custGeom>
              <a:rect b="b" l="l" r="r" t="t"/>
              <a:pathLst>
                <a:path extrusionOk="0" h="8059" w="6246">
                  <a:moveTo>
                    <a:pt x="3023" y="1"/>
                  </a:moveTo>
                  <a:cubicBezTo>
                    <a:pt x="2815" y="1"/>
                    <a:pt x="2598" y="23"/>
                    <a:pt x="2371" y="72"/>
                  </a:cubicBezTo>
                  <a:cubicBezTo>
                    <a:pt x="335" y="528"/>
                    <a:pt x="1" y="3628"/>
                    <a:pt x="335" y="5361"/>
                  </a:cubicBezTo>
                  <a:cubicBezTo>
                    <a:pt x="548" y="6486"/>
                    <a:pt x="1247" y="7671"/>
                    <a:pt x="2371" y="7975"/>
                  </a:cubicBezTo>
                  <a:cubicBezTo>
                    <a:pt x="2573" y="8031"/>
                    <a:pt x="2778" y="8058"/>
                    <a:pt x="2982" y="8058"/>
                  </a:cubicBezTo>
                  <a:cubicBezTo>
                    <a:pt x="3766" y="8058"/>
                    <a:pt x="4540" y="7666"/>
                    <a:pt x="5046" y="7063"/>
                  </a:cubicBezTo>
                  <a:cubicBezTo>
                    <a:pt x="5685" y="6334"/>
                    <a:pt x="5989" y="5300"/>
                    <a:pt x="6080" y="4327"/>
                  </a:cubicBezTo>
                  <a:cubicBezTo>
                    <a:pt x="6246" y="2416"/>
                    <a:pt x="5150" y="1"/>
                    <a:pt x="3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53"/>
            <p:cNvSpPr/>
            <p:nvPr/>
          </p:nvSpPr>
          <p:spPr>
            <a:xfrm>
              <a:off x="6972810" y="522035"/>
              <a:ext cx="357476" cy="286316"/>
            </a:xfrm>
            <a:custGeom>
              <a:rect b="b" l="l" r="r" t="t"/>
              <a:pathLst>
                <a:path extrusionOk="0" h="7170" w="8952">
                  <a:moveTo>
                    <a:pt x="2999" y="0"/>
                  </a:moveTo>
                  <a:cubicBezTo>
                    <a:pt x="389" y="0"/>
                    <a:pt x="1" y="3068"/>
                    <a:pt x="1322" y="5078"/>
                  </a:cubicBezTo>
                  <a:cubicBezTo>
                    <a:pt x="1899" y="5960"/>
                    <a:pt x="2690" y="6750"/>
                    <a:pt x="3723" y="7054"/>
                  </a:cubicBezTo>
                  <a:cubicBezTo>
                    <a:pt x="3986" y="7132"/>
                    <a:pt x="4259" y="7169"/>
                    <a:pt x="4533" y="7169"/>
                  </a:cubicBezTo>
                  <a:cubicBezTo>
                    <a:pt x="5753" y="7169"/>
                    <a:pt x="7007" y="6438"/>
                    <a:pt x="7553" y="5321"/>
                  </a:cubicBezTo>
                  <a:cubicBezTo>
                    <a:pt x="8951" y="2343"/>
                    <a:pt x="6033" y="397"/>
                    <a:pt x="3480" y="32"/>
                  </a:cubicBezTo>
                  <a:cubicBezTo>
                    <a:pt x="3312" y="11"/>
                    <a:pt x="3151" y="0"/>
                    <a:pt x="29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53"/>
            <p:cNvSpPr/>
            <p:nvPr/>
          </p:nvSpPr>
          <p:spPr>
            <a:xfrm>
              <a:off x="6568333" y="570593"/>
              <a:ext cx="299094" cy="213719"/>
            </a:xfrm>
            <a:custGeom>
              <a:rect b="b" l="l" r="r" t="t"/>
              <a:pathLst>
                <a:path extrusionOk="0" h="5352" w="7490">
                  <a:moveTo>
                    <a:pt x="3820" y="1"/>
                  </a:moveTo>
                  <a:cubicBezTo>
                    <a:pt x="1818" y="1"/>
                    <a:pt x="1" y="2242"/>
                    <a:pt x="1511" y="4044"/>
                  </a:cubicBezTo>
                  <a:cubicBezTo>
                    <a:pt x="2119" y="4804"/>
                    <a:pt x="3062" y="5321"/>
                    <a:pt x="4034" y="5351"/>
                  </a:cubicBezTo>
                  <a:cubicBezTo>
                    <a:pt x="4046" y="5352"/>
                    <a:pt x="4058" y="5352"/>
                    <a:pt x="4069" y="5352"/>
                  </a:cubicBezTo>
                  <a:cubicBezTo>
                    <a:pt x="7318" y="5352"/>
                    <a:pt x="7489" y="1123"/>
                    <a:pt x="4703" y="154"/>
                  </a:cubicBezTo>
                  <a:cubicBezTo>
                    <a:pt x="4411" y="49"/>
                    <a:pt x="4113" y="1"/>
                    <a:pt x="3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53"/>
            <p:cNvSpPr/>
            <p:nvPr/>
          </p:nvSpPr>
          <p:spPr>
            <a:xfrm>
              <a:off x="6835003" y="927430"/>
              <a:ext cx="292545" cy="340105"/>
            </a:xfrm>
            <a:custGeom>
              <a:rect b="b" l="l" r="r" t="t"/>
              <a:pathLst>
                <a:path extrusionOk="0" h="8517" w="7326">
                  <a:moveTo>
                    <a:pt x="3115" y="0"/>
                  </a:moveTo>
                  <a:cubicBezTo>
                    <a:pt x="2916" y="0"/>
                    <a:pt x="2709" y="39"/>
                    <a:pt x="2493" y="124"/>
                  </a:cubicBezTo>
                  <a:cubicBezTo>
                    <a:pt x="1308" y="580"/>
                    <a:pt x="457" y="2251"/>
                    <a:pt x="244" y="3406"/>
                  </a:cubicBezTo>
                  <a:cubicBezTo>
                    <a:pt x="1" y="4926"/>
                    <a:pt x="578" y="6507"/>
                    <a:pt x="1733" y="7540"/>
                  </a:cubicBezTo>
                  <a:cubicBezTo>
                    <a:pt x="2424" y="8137"/>
                    <a:pt x="3389" y="8517"/>
                    <a:pt x="4306" y="8517"/>
                  </a:cubicBezTo>
                  <a:cubicBezTo>
                    <a:pt x="4882" y="8517"/>
                    <a:pt x="5440" y="8367"/>
                    <a:pt x="5897" y="8027"/>
                  </a:cubicBezTo>
                  <a:cubicBezTo>
                    <a:pt x="6870" y="7358"/>
                    <a:pt x="7326" y="6112"/>
                    <a:pt x="7174" y="4926"/>
                  </a:cubicBezTo>
                  <a:cubicBezTo>
                    <a:pt x="7052" y="3741"/>
                    <a:pt x="6414" y="2677"/>
                    <a:pt x="5654" y="1765"/>
                  </a:cubicBezTo>
                  <a:cubicBezTo>
                    <a:pt x="4943" y="978"/>
                    <a:pt x="4127" y="0"/>
                    <a:pt x="3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53"/>
            <p:cNvSpPr/>
            <p:nvPr/>
          </p:nvSpPr>
          <p:spPr>
            <a:xfrm>
              <a:off x="7380001" y="770295"/>
              <a:ext cx="290110" cy="328325"/>
            </a:xfrm>
            <a:custGeom>
              <a:rect b="b" l="l" r="r" t="t"/>
              <a:pathLst>
                <a:path extrusionOk="0" h="8222" w="7265">
                  <a:moveTo>
                    <a:pt x="5174" y="0"/>
                  </a:moveTo>
                  <a:cubicBezTo>
                    <a:pt x="3654" y="0"/>
                    <a:pt x="1838" y="2034"/>
                    <a:pt x="1003" y="3147"/>
                  </a:cubicBezTo>
                  <a:cubicBezTo>
                    <a:pt x="395" y="3968"/>
                    <a:pt x="0" y="4940"/>
                    <a:pt x="91" y="5974"/>
                  </a:cubicBezTo>
                  <a:cubicBezTo>
                    <a:pt x="183" y="7007"/>
                    <a:pt x="882" y="7949"/>
                    <a:pt x="1854" y="8162"/>
                  </a:cubicBezTo>
                  <a:cubicBezTo>
                    <a:pt x="2021" y="8203"/>
                    <a:pt x="2187" y="8222"/>
                    <a:pt x="2352" y="8222"/>
                  </a:cubicBezTo>
                  <a:cubicBezTo>
                    <a:pt x="3419" y="8222"/>
                    <a:pt x="4430" y="7428"/>
                    <a:pt x="5168" y="6612"/>
                  </a:cubicBezTo>
                  <a:cubicBezTo>
                    <a:pt x="5867" y="5882"/>
                    <a:pt x="6475" y="5092"/>
                    <a:pt x="6839" y="4180"/>
                  </a:cubicBezTo>
                  <a:cubicBezTo>
                    <a:pt x="7204" y="3268"/>
                    <a:pt x="7265" y="2174"/>
                    <a:pt x="6839" y="1293"/>
                  </a:cubicBezTo>
                  <a:cubicBezTo>
                    <a:pt x="6399" y="358"/>
                    <a:pt x="5813" y="0"/>
                    <a:pt x="5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53"/>
            <p:cNvSpPr/>
            <p:nvPr/>
          </p:nvSpPr>
          <p:spPr>
            <a:xfrm>
              <a:off x="6382288" y="1359579"/>
              <a:ext cx="441254" cy="267228"/>
            </a:xfrm>
            <a:custGeom>
              <a:rect b="b" l="l" r="r" t="t"/>
              <a:pathLst>
                <a:path extrusionOk="0" h="6692" w="11050">
                  <a:moveTo>
                    <a:pt x="4447" y="1"/>
                  </a:moveTo>
                  <a:cubicBezTo>
                    <a:pt x="3970" y="1"/>
                    <a:pt x="3529" y="33"/>
                    <a:pt x="3161" y="92"/>
                  </a:cubicBezTo>
                  <a:cubicBezTo>
                    <a:pt x="1915" y="305"/>
                    <a:pt x="699" y="1065"/>
                    <a:pt x="243" y="2189"/>
                  </a:cubicBezTo>
                  <a:cubicBezTo>
                    <a:pt x="0" y="2767"/>
                    <a:pt x="0" y="3436"/>
                    <a:pt x="152" y="4044"/>
                  </a:cubicBezTo>
                  <a:cubicBezTo>
                    <a:pt x="486" y="5259"/>
                    <a:pt x="1641" y="6232"/>
                    <a:pt x="2857" y="6536"/>
                  </a:cubicBezTo>
                  <a:cubicBezTo>
                    <a:pt x="3249" y="6644"/>
                    <a:pt x="3654" y="6692"/>
                    <a:pt x="4062" y="6692"/>
                  </a:cubicBezTo>
                  <a:cubicBezTo>
                    <a:pt x="4922" y="6692"/>
                    <a:pt x="5802" y="6480"/>
                    <a:pt x="6626" y="6171"/>
                  </a:cubicBezTo>
                  <a:cubicBezTo>
                    <a:pt x="7569" y="5807"/>
                    <a:pt x="8480" y="5199"/>
                    <a:pt x="9058" y="4317"/>
                  </a:cubicBezTo>
                  <a:cubicBezTo>
                    <a:pt x="11049" y="1059"/>
                    <a:pt x="7166" y="1"/>
                    <a:pt x="44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53"/>
            <p:cNvSpPr/>
            <p:nvPr/>
          </p:nvSpPr>
          <p:spPr>
            <a:xfrm>
              <a:off x="6915946" y="1406819"/>
              <a:ext cx="237119" cy="196588"/>
            </a:xfrm>
            <a:custGeom>
              <a:rect b="b" l="l" r="r" t="t"/>
              <a:pathLst>
                <a:path extrusionOk="0" h="4923" w="5938">
                  <a:moveTo>
                    <a:pt x="3245" y="1"/>
                  </a:moveTo>
                  <a:cubicBezTo>
                    <a:pt x="1628" y="1"/>
                    <a:pt x="0" y="1582"/>
                    <a:pt x="861" y="3469"/>
                  </a:cubicBezTo>
                  <a:cubicBezTo>
                    <a:pt x="1239" y="4359"/>
                    <a:pt x="2237" y="4923"/>
                    <a:pt x="3209" y="4923"/>
                  </a:cubicBezTo>
                  <a:cubicBezTo>
                    <a:pt x="3565" y="4923"/>
                    <a:pt x="3918" y="4847"/>
                    <a:pt x="4235" y="4684"/>
                  </a:cubicBezTo>
                  <a:cubicBezTo>
                    <a:pt x="5451" y="4076"/>
                    <a:pt x="5937" y="2405"/>
                    <a:pt x="5299" y="1250"/>
                  </a:cubicBezTo>
                  <a:cubicBezTo>
                    <a:pt x="4804" y="369"/>
                    <a:pt x="4026" y="1"/>
                    <a:pt x="3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3" name="Google Shape;803;p53"/>
          <p:cNvSpPr/>
          <p:nvPr/>
        </p:nvSpPr>
        <p:spPr>
          <a:xfrm>
            <a:off x="7660262" y="1503634"/>
            <a:ext cx="1483732" cy="1565314"/>
          </a:xfrm>
          <a:custGeom>
            <a:rect b="b" l="l" r="r" t="t"/>
            <a:pathLst>
              <a:path extrusionOk="0" h="39199" w="37156">
                <a:moveTo>
                  <a:pt x="25360" y="13775"/>
                </a:moveTo>
                <a:cubicBezTo>
                  <a:pt x="26546" y="13775"/>
                  <a:pt x="27732" y="13882"/>
                  <a:pt x="28877" y="14165"/>
                </a:cubicBezTo>
                <a:lnTo>
                  <a:pt x="28877" y="14165"/>
                </a:lnTo>
                <a:cubicBezTo>
                  <a:pt x="28446" y="15425"/>
                  <a:pt x="27794" y="16617"/>
                  <a:pt x="26943" y="17667"/>
                </a:cubicBezTo>
                <a:cubicBezTo>
                  <a:pt x="25484" y="19491"/>
                  <a:pt x="23599" y="20858"/>
                  <a:pt x="21502" y="21892"/>
                </a:cubicBezTo>
                <a:cubicBezTo>
                  <a:pt x="19667" y="22752"/>
                  <a:pt x="17643" y="23450"/>
                  <a:pt x="15608" y="23450"/>
                </a:cubicBezTo>
                <a:cubicBezTo>
                  <a:pt x="15486" y="23450"/>
                  <a:pt x="15363" y="23447"/>
                  <a:pt x="15241" y="23442"/>
                </a:cubicBezTo>
                <a:cubicBezTo>
                  <a:pt x="13478" y="23412"/>
                  <a:pt x="11350" y="22804"/>
                  <a:pt x="10772" y="20950"/>
                </a:cubicBezTo>
                <a:cubicBezTo>
                  <a:pt x="9982" y="18488"/>
                  <a:pt x="12292" y="16360"/>
                  <a:pt x="14389" y="15600"/>
                </a:cubicBezTo>
                <a:cubicBezTo>
                  <a:pt x="15605" y="15144"/>
                  <a:pt x="16912" y="14901"/>
                  <a:pt x="18159" y="14627"/>
                </a:cubicBezTo>
                <a:cubicBezTo>
                  <a:pt x="19648" y="14384"/>
                  <a:pt x="21168" y="14080"/>
                  <a:pt x="22687" y="13928"/>
                </a:cubicBezTo>
                <a:cubicBezTo>
                  <a:pt x="23567" y="13836"/>
                  <a:pt x="24464" y="13775"/>
                  <a:pt x="25360" y="13775"/>
                </a:cubicBezTo>
                <a:close/>
                <a:moveTo>
                  <a:pt x="20420" y="0"/>
                </a:moveTo>
                <a:cubicBezTo>
                  <a:pt x="15074" y="0"/>
                  <a:pt x="10664" y="3428"/>
                  <a:pt x="7611" y="7606"/>
                </a:cubicBezTo>
                <a:cubicBezTo>
                  <a:pt x="5939" y="9916"/>
                  <a:pt x="4632" y="12469"/>
                  <a:pt x="3508" y="15083"/>
                </a:cubicBezTo>
                <a:cubicBezTo>
                  <a:pt x="2353" y="17880"/>
                  <a:pt x="1441" y="20767"/>
                  <a:pt x="772" y="23716"/>
                </a:cubicBezTo>
                <a:cubicBezTo>
                  <a:pt x="468" y="25175"/>
                  <a:pt x="255" y="26634"/>
                  <a:pt x="73" y="28093"/>
                </a:cubicBezTo>
                <a:cubicBezTo>
                  <a:pt x="0" y="28412"/>
                  <a:pt x="220" y="28572"/>
                  <a:pt x="478" y="28572"/>
                </a:cubicBezTo>
                <a:cubicBezTo>
                  <a:pt x="760" y="28572"/>
                  <a:pt x="1089" y="28382"/>
                  <a:pt x="1137" y="28001"/>
                </a:cubicBezTo>
                <a:cubicBezTo>
                  <a:pt x="1775" y="22439"/>
                  <a:pt x="3477" y="16998"/>
                  <a:pt x="6122" y="12013"/>
                </a:cubicBezTo>
                <a:cubicBezTo>
                  <a:pt x="8401" y="7728"/>
                  <a:pt x="11623" y="3381"/>
                  <a:pt x="16396" y="1709"/>
                </a:cubicBezTo>
                <a:cubicBezTo>
                  <a:pt x="17667" y="1280"/>
                  <a:pt x="19026" y="1035"/>
                  <a:pt x="20385" y="1035"/>
                </a:cubicBezTo>
                <a:cubicBezTo>
                  <a:pt x="21429" y="1035"/>
                  <a:pt x="22474" y="1179"/>
                  <a:pt x="23478" y="1496"/>
                </a:cubicBezTo>
                <a:cubicBezTo>
                  <a:pt x="25575" y="2165"/>
                  <a:pt x="27277" y="3655"/>
                  <a:pt x="28311" y="5600"/>
                </a:cubicBezTo>
                <a:cubicBezTo>
                  <a:pt x="29543" y="7936"/>
                  <a:pt x="29785" y="10628"/>
                  <a:pt x="29177" y="13138"/>
                </a:cubicBezTo>
                <a:lnTo>
                  <a:pt x="29177" y="13138"/>
                </a:lnTo>
                <a:cubicBezTo>
                  <a:pt x="27918" y="12834"/>
                  <a:pt x="26609" y="12712"/>
                  <a:pt x="25283" y="12712"/>
                </a:cubicBezTo>
                <a:cubicBezTo>
                  <a:pt x="22391" y="12712"/>
                  <a:pt x="19418" y="13293"/>
                  <a:pt x="16700" y="13837"/>
                </a:cubicBezTo>
                <a:cubicBezTo>
                  <a:pt x="14085" y="14384"/>
                  <a:pt x="11259" y="15387"/>
                  <a:pt x="10043" y="17971"/>
                </a:cubicBezTo>
                <a:cubicBezTo>
                  <a:pt x="9040" y="20099"/>
                  <a:pt x="9648" y="22591"/>
                  <a:pt x="11775" y="23807"/>
                </a:cubicBezTo>
                <a:cubicBezTo>
                  <a:pt x="12896" y="24450"/>
                  <a:pt x="14216" y="24704"/>
                  <a:pt x="15535" y="24704"/>
                </a:cubicBezTo>
                <a:cubicBezTo>
                  <a:pt x="16399" y="24704"/>
                  <a:pt x="17262" y="24595"/>
                  <a:pt x="18067" y="24415"/>
                </a:cubicBezTo>
                <a:cubicBezTo>
                  <a:pt x="20499" y="23868"/>
                  <a:pt x="22900" y="22804"/>
                  <a:pt x="24906" y="21314"/>
                </a:cubicBezTo>
                <a:cubicBezTo>
                  <a:pt x="26943" y="19855"/>
                  <a:pt x="28645" y="17940"/>
                  <a:pt x="29678" y="15661"/>
                </a:cubicBezTo>
                <a:cubicBezTo>
                  <a:pt x="29840" y="15296"/>
                  <a:pt x="29983" y="14924"/>
                  <a:pt x="30107" y="14547"/>
                </a:cubicBezTo>
                <a:lnTo>
                  <a:pt x="30107" y="14547"/>
                </a:lnTo>
                <a:cubicBezTo>
                  <a:pt x="30249" y="14601"/>
                  <a:pt x="30390" y="14658"/>
                  <a:pt x="30530" y="14719"/>
                </a:cubicBezTo>
                <a:cubicBezTo>
                  <a:pt x="32566" y="15539"/>
                  <a:pt x="34390" y="17029"/>
                  <a:pt x="35302" y="19095"/>
                </a:cubicBezTo>
                <a:cubicBezTo>
                  <a:pt x="36244" y="21223"/>
                  <a:pt x="35788" y="23594"/>
                  <a:pt x="34633" y="25539"/>
                </a:cubicBezTo>
                <a:cubicBezTo>
                  <a:pt x="33387" y="27637"/>
                  <a:pt x="31502" y="29308"/>
                  <a:pt x="29466" y="30676"/>
                </a:cubicBezTo>
                <a:cubicBezTo>
                  <a:pt x="27277" y="32166"/>
                  <a:pt x="24846" y="33412"/>
                  <a:pt x="22414" y="34476"/>
                </a:cubicBezTo>
                <a:cubicBezTo>
                  <a:pt x="17429" y="36573"/>
                  <a:pt x="12019" y="37789"/>
                  <a:pt x="6639" y="38002"/>
                </a:cubicBezTo>
                <a:cubicBezTo>
                  <a:pt x="5970" y="38017"/>
                  <a:pt x="5301" y="38024"/>
                  <a:pt x="4636" y="38024"/>
                </a:cubicBezTo>
                <a:cubicBezTo>
                  <a:pt x="3971" y="38024"/>
                  <a:pt x="3310" y="38017"/>
                  <a:pt x="2657" y="38002"/>
                </a:cubicBezTo>
                <a:cubicBezTo>
                  <a:pt x="2647" y="38001"/>
                  <a:pt x="2637" y="38001"/>
                  <a:pt x="2628" y="38001"/>
                </a:cubicBezTo>
                <a:cubicBezTo>
                  <a:pt x="1927" y="38001"/>
                  <a:pt x="1937" y="39097"/>
                  <a:pt x="2657" y="39157"/>
                </a:cubicBezTo>
                <a:cubicBezTo>
                  <a:pt x="3321" y="39184"/>
                  <a:pt x="3987" y="39198"/>
                  <a:pt x="4653" y="39198"/>
                </a:cubicBezTo>
                <a:cubicBezTo>
                  <a:pt x="9831" y="39198"/>
                  <a:pt x="15016" y="38357"/>
                  <a:pt x="19891" y="36634"/>
                </a:cubicBezTo>
                <a:cubicBezTo>
                  <a:pt x="22657" y="35691"/>
                  <a:pt x="25332" y="34476"/>
                  <a:pt x="27885" y="33017"/>
                </a:cubicBezTo>
                <a:cubicBezTo>
                  <a:pt x="30226" y="31649"/>
                  <a:pt x="32505" y="30099"/>
                  <a:pt x="34268" y="28062"/>
                </a:cubicBezTo>
                <a:cubicBezTo>
                  <a:pt x="35879" y="26117"/>
                  <a:pt x="37156" y="23716"/>
                  <a:pt x="36943" y="21132"/>
                </a:cubicBezTo>
                <a:cubicBezTo>
                  <a:pt x="36761" y="18670"/>
                  <a:pt x="35393" y="16573"/>
                  <a:pt x="33478" y="15144"/>
                </a:cubicBezTo>
                <a:cubicBezTo>
                  <a:pt x="32513" y="14412"/>
                  <a:pt x="31480" y="13876"/>
                  <a:pt x="30400" y="13498"/>
                </a:cubicBezTo>
                <a:lnTo>
                  <a:pt x="30400" y="13498"/>
                </a:lnTo>
                <a:cubicBezTo>
                  <a:pt x="30748" y="11992"/>
                  <a:pt x="30805" y="10422"/>
                  <a:pt x="30560" y="8852"/>
                </a:cubicBezTo>
                <a:cubicBezTo>
                  <a:pt x="30226" y="6633"/>
                  <a:pt x="29253" y="4414"/>
                  <a:pt x="27612" y="2773"/>
                </a:cubicBezTo>
                <a:cubicBezTo>
                  <a:pt x="25818" y="1010"/>
                  <a:pt x="23356" y="98"/>
                  <a:pt x="20833" y="7"/>
                </a:cubicBezTo>
                <a:cubicBezTo>
                  <a:pt x="20695" y="3"/>
                  <a:pt x="20557" y="0"/>
                  <a:pt x="20420" y="0"/>
                </a:cubicBez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54"/>
          <p:cNvSpPr txBox="1"/>
          <p:nvPr>
            <p:ph idx="1" type="subTitle"/>
          </p:nvPr>
        </p:nvSpPr>
        <p:spPr>
          <a:xfrm>
            <a:off x="1961850" y="710519"/>
            <a:ext cx="5220300" cy="4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Bibliography</a:t>
            </a:r>
            <a:endParaRPr/>
          </a:p>
        </p:txBody>
      </p:sp>
      <p:sp>
        <p:nvSpPr>
          <p:cNvPr id="809" name="Google Shape;809;p54"/>
          <p:cNvSpPr txBox="1"/>
          <p:nvPr/>
        </p:nvSpPr>
        <p:spPr>
          <a:xfrm>
            <a:off x="1843150" y="834225"/>
            <a:ext cx="5616000" cy="3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3464" lvl="0" marL="283464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83464" lvl="0" marL="283464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/>
              <a:t>Explore postpartum depression in Kansas: AHR</a:t>
            </a:r>
            <a:r>
              <a:rPr lang="en" sz="1100"/>
              <a:t>. Explore Postpartum Depression in Kansas | AHR. (n.d.). https://www.americashealthrankings.org/explore/measures/postpartum_depression/KS </a:t>
            </a:r>
            <a:endParaRPr i="1" sz="1100"/>
          </a:p>
          <a:p>
            <a:pPr indent="-283464" lvl="0" marL="283464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Kamalifard, M., Iraji-Iranagh, R., Yavarikia, P., &amp; Babapour-Kheiroddin, J. (2025). Peer support as a preventive intervention for postpartum anxiety: A single-blind randomized clinical trial. </a:t>
            </a:r>
            <a:r>
              <a:rPr i="1" lang="en" sz="1100"/>
              <a:t>Journal of Research in Clinical Medicine</a:t>
            </a:r>
            <a:r>
              <a:rPr lang="en" sz="1100"/>
              <a:t>, </a:t>
            </a:r>
            <a:r>
              <a:rPr i="1" lang="en" sz="1100"/>
              <a:t>13</a:t>
            </a:r>
            <a:r>
              <a:rPr lang="en" sz="1100"/>
              <a:t>, 33468. https://doi.org/10.34172/jrcm.025.33468 </a:t>
            </a:r>
            <a:endParaRPr sz="1100"/>
          </a:p>
          <a:p>
            <a:pPr indent="-283464" lvl="0" marL="283464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/>
              <a:t>Kansas Pregnancy Risk Assessment Monitoring System ... (n.d.). https://www.kdhe.ks.gov/ArchiveCenter/ViewFile/Item/2841 </a:t>
            </a:r>
            <a:endParaRPr i="1" sz="1100"/>
          </a:p>
          <a:p>
            <a:pPr indent="-283464" lvl="0" marL="283464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Kovach, K. (2025, September 29). </a:t>
            </a:r>
            <a:r>
              <a:rPr i="1" lang="en" sz="1100"/>
              <a:t>What happened to health in Kansas?</a:t>
            </a:r>
            <a:r>
              <a:rPr lang="en" sz="1100"/>
              <a:t>. Kansas Health Institute. https://www.khi.org/articles/what-happened-to-health-in-kansas-reports/ </a:t>
            </a:r>
            <a:endParaRPr sz="1100"/>
          </a:p>
          <a:p>
            <a:pPr indent="-283464" lvl="0" marL="283464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83464" lvl="0" marL="283464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83464" lvl="0" marL="283464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83464" lvl="0" marL="283464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83464" lvl="0" marL="283464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5"/>
          <p:cNvSpPr txBox="1"/>
          <p:nvPr>
            <p:ph type="title"/>
          </p:nvPr>
        </p:nvSpPr>
        <p:spPr>
          <a:xfrm>
            <a:off x="2314050" y="1425750"/>
            <a:ext cx="4515900" cy="229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815" name="Google Shape;815;p55"/>
          <p:cNvSpPr/>
          <p:nvPr/>
        </p:nvSpPr>
        <p:spPr>
          <a:xfrm>
            <a:off x="59979" y="771386"/>
            <a:ext cx="1997743" cy="1901186"/>
          </a:xfrm>
          <a:custGeom>
            <a:rect b="b" l="l" r="r" t="t"/>
            <a:pathLst>
              <a:path extrusionOk="0" h="47610" w="50028">
                <a:moveTo>
                  <a:pt x="21623" y="1"/>
                </a:moveTo>
                <a:cubicBezTo>
                  <a:pt x="21291" y="1"/>
                  <a:pt x="20959" y="60"/>
                  <a:pt x="20635" y="187"/>
                </a:cubicBezTo>
                <a:cubicBezTo>
                  <a:pt x="18872" y="917"/>
                  <a:pt x="18325" y="3075"/>
                  <a:pt x="17960" y="4929"/>
                </a:cubicBezTo>
                <a:cubicBezTo>
                  <a:pt x="17413" y="8212"/>
                  <a:pt x="17443" y="14108"/>
                  <a:pt x="15012" y="16358"/>
                </a:cubicBezTo>
                <a:cubicBezTo>
                  <a:pt x="13917" y="14504"/>
                  <a:pt x="12762" y="12497"/>
                  <a:pt x="10908" y="11282"/>
                </a:cubicBezTo>
                <a:cubicBezTo>
                  <a:pt x="9964" y="10645"/>
                  <a:pt x="8789" y="10329"/>
                  <a:pt x="7633" y="10329"/>
                </a:cubicBezTo>
                <a:cubicBezTo>
                  <a:pt x="5588" y="10329"/>
                  <a:pt x="3599" y="11316"/>
                  <a:pt x="3036" y="13257"/>
                </a:cubicBezTo>
                <a:cubicBezTo>
                  <a:pt x="2215" y="16145"/>
                  <a:pt x="4829" y="18729"/>
                  <a:pt x="7169" y="20522"/>
                </a:cubicBezTo>
                <a:cubicBezTo>
                  <a:pt x="9540" y="22285"/>
                  <a:pt x="12246" y="24686"/>
                  <a:pt x="11698" y="27604"/>
                </a:cubicBezTo>
                <a:cubicBezTo>
                  <a:pt x="11212" y="30340"/>
                  <a:pt x="8203" y="31677"/>
                  <a:pt x="5619" y="32710"/>
                </a:cubicBezTo>
                <a:cubicBezTo>
                  <a:pt x="3036" y="33744"/>
                  <a:pt x="87" y="35446"/>
                  <a:pt x="26" y="38212"/>
                </a:cubicBezTo>
                <a:cubicBezTo>
                  <a:pt x="1" y="40883"/>
                  <a:pt x="2896" y="42559"/>
                  <a:pt x="5634" y="42559"/>
                </a:cubicBezTo>
                <a:cubicBezTo>
                  <a:pt x="6105" y="42559"/>
                  <a:pt x="6571" y="42509"/>
                  <a:pt x="7017" y="42407"/>
                </a:cubicBezTo>
                <a:cubicBezTo>
                  <a:pt x="10057" y="41677"/>
                  <a:pt x="12458" y="39398"/>
                  <a:pt x="15133" y="37726"/>
                </a:cubicBezTo>
                <a:cubicBezTo>
                  <a:pt x="16797" y="36693"/>
                  <a:pt x="18846" y="35889"/>
                  <a:pt x="20773" y="35889"/>
                </a:cubicBezTo>
                <a:cubicBezTo>
                  <a:pt x="21908" y="35889"/>
                  <a:pt x="23001" y="36168"/>
                  <a:pt x="23948" y="36844"/>
                </a:cubicBezTo>
                <a:cubicBezTo>
                  <a:pt x="26015" y="38334"/>
                  <a:pt x="26592" y="41069"/>
                  <a:pt x="27595" y="43379"/>
                </a:cubicBezTo>
                <a:cubicBezTo>
                  <a:pt x="28463" y="45494"/>
                  <a:pt x="30250" y="47610"/>
                  <a:pt x="32374" y="47610"/>
                </a:cubicBezTo>
                <a:cubicBezTo>
                  <a:pt x="32631" y="47610"/>
                  <a:pt x="32892" y="47579"/>
                  <a:pt x="33158" y="47513"/>
                </a:cubicBezTo>
                <a:cubicBezTo>
                  <a:pt x="35285" y="46996"/>
                  <a:pt x="36289" y="44382"/>
                  <a:pt x="35954" y="42194"/>
                </a:cubicBezTo>
                <a:cubicBezTo>
                  <a:pt x="35589" y="40036"/>
                  <a:pt x="34343" y="38182"/>
                  <a:pt x="33431" y="36176"/>
                </a:cubicBezTo>
                <a:cubicBezTo>
                  <a:pt x="32550" y="34200"/>
                  <a:pt x="32033" y="31768"/>
                  <a:pt x="33158" y="29853"/>
                </a:cubicBezTo>
                <a:cubicBezTo>
                  <a:pt x="34738" y="27300"/>
                  <a:pt x="38264" y="27118"/>
                  <a:pt x="41273" y="27087"/>
                </a:cubicBezTo>
                <a:cubicBezTo>
                  <a:pt x="44252" y="27057"/>
                  <a:pt x="47900" y="26449"/>
                  <a:pt x="48933" y="23622"/>
                </a:cubicBezTo>
                <a:cubicBezTo>
                  <a:pt x="50027" y="20613"/>
                  <a:pt x="47049" y="17513"/>
                  <a:pt x="43887" y="16935"/>
                </a:cubicBezTo>
                <a:cubicBezTo>
                  <a:pt x="43234" y="16816"/>
                  <a:pt x="42579" y="16767"/>
                  <a:pt x="41923" y="16767"/>
                </a:cubicBezTo>
                <a:cubicBezTo>
                  <a:pt x="39407" y="16767"/>
                  <a:pt x="36881" y="17491"/>
                  <a:pt x="34374" y="17756"/>
                </a:cubicBezTo>
                <a:cubicBezTo>
                  <a:pt x="33865" y="17814"/>
                  <a:pt x="33343" y="17845"/>
                  <a:pt x="32818" y="17845"/>
                </a:cubicBezTo>
                <a:cubicBezTo>
                  <a:pt x="30054" y="17845"/>
                  <a:pt x="27227" y="16980"/>
                  <a:pt x="25924" y="14656"/>
                </a:cubicBezTo>
                <a:cubicBezTo>
                  <a:pt x="24951" y="12923"/>
                  <a:pt x="25103" y="10765"/>
                  <a:pt x="25376" y="8789"/>
                </a:cubicBezTo>
                <a:cubicBezTo>
                  <a:pt x="25650" y="6844"/>
                  <a:pt x="25984" y="4747"/>
                  <a:pt x="25316" y="2892"/>
                </a:cubicBezTo>
                <a:cubicBezTo>
                  <a:pt x="24739" y="1312"/>
                  <a:pt x="23189" y="1"/>
                  <a:pt x="216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16" name="Google Shape;816;p55"/>
          <p:cNvSpPr/>
          <p:nvPr/>
        </p:nvSpPr>
        <p:spPr>
          <a:xfrm rot="-5400000">
            <a:off x="1943029" y="3805078"/>
            <a:ext cx="1458842" cy="2065899"/>
          </a:xfrm>
          <a:custGeom>
            <a:rect b="b" l="l" r="r" t="t"/>
            <a:pathLst>
              <a:path extrusionOk="0" h="41668" w="29424">
                <a:moveTo>
                  <a:pt x="4197" y="0"/>
                </a:moveTo>
                <a:cubicBezTo>
                  <a:pt x="3106" y="0"/>
                  <a:pt x="1927" y="557"/>
                  <a:pt x="1277" y="1348"/>
                </a:cubicBezTo>
                <a:cubicBezTo>
                  <a:pt x="243" y="2625"/>
                  <a:pt x="0" y="4358"/>
                  <a:pt x="213" y="5969"/>
                </a:cubicBezTo>
                <a:cubicBezTo>
                  <a:pt x="426" y="7549"/>
                  <a:pt x="1034" y="9069"/>
                  <a:pt x="1581" y="10589"/>
                </a:cubicBezTo>
                <a:cubicBezTo>
                  <a:pt x="4195" y="18188"/>
                  <a:pt x="4499" y="26577"/>
                  <a:pt x="2493" y="34388"/>
                </a:cubicBezTo>
                <a:cubicBezTo>
                  <a:pt x="2158" y="35543"/>
                  <a:pt x="1793" y="36729"/>
                  <a:pt x="1793" y="37945"/>
                </a:cubicBezTo>
                <a:cubicBezTo>
                  <a:pt x="1793" y="39161"/>
                  <a:pt x="2249" y="40468"/>
                  <a:pt x="3252" y="41167"/>
                </a:cubicBezTo>
                <a:cubicBezTo>
                  <a:pt x="3741" y="41512"/>
                  <a:pt x="4314" y="41668"/>
                  <a:pt x="4901" y="41668"/>
                </a:cubicBezTo>
                <a:cubicBezTo>
                  <a:pt x="6070" y="41668"/>
                  <a:pt x="7296" y="41053"/>
                  <a:pt x="8025" y="40103"/>
                </a:cubicBezTo>
                <a:cubicBezTo>
                  <a:pt x="9119" y="38674"/>
                  <a:pt x="9362" y="36759"/>
                  <a:pt x="9271" y="34936"/>
                </a:cubicBezTo>
                <a:cubicBezTo>
                  <a:pt x="9210" y="33112"/>
                  <a:pt x="8876" y="31349"/>
                  <a:pt x="8997" y="29525"/>
                </a:cubicBezTo>
                <a:cubicBezTo>
                  <a:pt x="9088" y="28492"/>
                  <a:pt x="9514" y="27306"/>
                  <a:pt x="10456" y="27033"/>
                </a:cubicBezTo>
                <a:cubicBezTo>
                  <a:pt x="10585" y="26996"/>
                  <a:pt x="10713" y="26979"/>
                  <a:pt x="10839" y="26979"/>
                </a:cubicBezTo>
                <a:cubicBezTo>
                  <a:pt x="11760" y="26979"/>
                  <a:pt x="12598" y="27891"/>
                  <a:pt x="12918" y="28826"/>
                </a:cubicBezTo>
                <a:cubicBezTo>
                  <a:pt x="13465" y="30315"/>
                  <a:pt x="13253" y="31987"/>
                  <a:pt x="13070" y="33568"/>
                </a:cubicBezTo>
                <a:cubicBezTo>
                  <a:pt x="12888" y="35179"/>
                  <a:pt x="12736" y="36850"/>
                  <a:pt x="13374" y="38279"/>
                </a:cubicBezTo>
                <a:cubicBezTo>
                  <a:pt x="13884" y="39529"/>
                  <a:pt x="15143" y="40522"/>
                  <a:pt x="16433" y="40522"/>
                </a:cubicBezTo>
                <a:cubicBezTo>
                  <a:pt x="16680" y="40522"/>
                  <a:pt x="16929" y="40485"/>
                  <a:pt x="17174" y="40407"/>
                </a:cubicBezTo>
                <a:cubicBezTo>
                  <a:pt x="18116" y="40103"/>
                  <a:pt x="18815" y="39191"/>
                  <a:pt x="19119" y="38249"/>
                </a:cubicBezTo>
                <a:cubicBezTo>
                  <a:pt x="19423" y="37306"/>
                  <a:pt x="19423" y="36243"/>
                  <a:pt x="19423" y="35240"/>
                </a:cubicBezTo>
                <a:lnTo>
                  <a:pt x="19423" y="27914"/>
                </a:lnTo>
                <a:cubicBezTo>
                  <a:pt x="19423" y="26881"/>
                  <a:pt x="19423" y="25817"/>
                  <a:pt x="19879" y="24905"/>
                </a:cubicBezTo>
                <a:cubicBezTo>
                  <a:pt x="20261" y="24141"/>
                  <a:pt x="21070" y="23526"/>
                  <a:pt x="21895" y="23526"/>
                </a:cubicBezTo>
                <a:cubicBezTo>
                  <a:pt x="22054" y="23526"/>
                  <a:pt x="22214" y="23549"/>
                  <a:pt x="22371" y="23598"/>
                </a:cubicBezTo>
                <a:cubicBezTo>
                  <a:pt x="23435" y="23902"/>
                  <a:pt x="23952" y="25148"/>
                  <a:pt x="23952" y="26212"/>
                </a:cubicBezTo>
                <a:cubicBezTo>
                  <a:pt x="23952" y="27306"/>
                  <a:pt x="23678" y="28401"/>
                  <a:pt x="23830" y="29464"/>
                </a:cubicBezTo>
                <a:cubicBezTo>
                  <a:pt x="23974" y="30531"/>
                  <a:pt x="24775" y="31571"/>
                  <a:pt x="25765" y="31571"/>
                </a:cubicBezTo>
                <a:cubicBezTo>
                  <a:pt x="25819" y="31571"/>
                  <a:pt x="25873" y="31568"/>
                  <a:pt x="25928" y="31562"/>
                </a:cubicBezTo>
                <a:cubicBezTo>
                  <a:pt x="26991" y="31440"/>
                  <a:pt x="27539" y="30315"/>
                  <a:pt x="27903" y="29282"/>
                </a:cubicBezTo>
                <a:cubicBezTo>
                  <a:pt x="29241" y="25148"/>
                  <a:pt x="29423" y="20619"/>
                  <a:pt x="28390" y="16394"/>
                </a:cubicBezTo>
                <a:cubicBezTo>
                  <a:pt x="27964" y="14722"/>
                  <a:pt x="27295" y="12960"/>
                  <a:pt x="25806" y="12048"/>
                </a:cubicBezTo>
                <a:cubicBezTo>
                  <a:pt x="25353" y="11780"/>
                  <a:pt x="24814" y="11652"/>
                  <a:pt x="24276" y="11652"/>
                </a:cubicBezTo>
                <a:cubicBezTo>
                  <a:pt x="23044" y="11652"/>
                  <a:pt x="21820" y="12322"/>
                  <a:pt x="21672" y="13507"/>
                </a:cubicBezTo>
                <a:cubicBezTo>
                  <a:pt x="21551" y="14267"/>
                  <a:pt x="21885" y="15026"/>
                  <a:pt x="21946" y="15847"/>
                </a:cubicBezTo>
                <a:cubicBezTo>
                  <a:pt x="21976" y="16607"/>
                  <a:pt x="21551" y="17549"/>
                  <a:pt x="20760" y="17549"/>
                </a:cubicBezTo>
                <a:cubicBezTo>
                  <a:pt x="19879" y="17549"/>
                  <a:pt x="19545" y="16455"/>
                  <a:pt x="19453" y="15574"/>
                </a:cubicBezTo>
                <a:lnTo>
                  <a:pt x="18663" y="8157"/>
                </a:lnTo>
                <a:cubicBezTo>
                  <a:pt x="18481" y="6273"/>
                  <a:pt x="18207" y="4236"/>
                  <a:pt x="17022" y="2716"/>
                </a:cubicBezTo>
                <a:cubicBezTo>
                  <a:pt x="16289" y="1752"/>
                  <a:pt x="15019" y="1131"/>
                  <a:pt x="13830" y="1131"/>
                </a:cubicBezTo>
                <a:cubicBezTo>
                  <a:pt x="13145" y="1131"/>
                  <a:pt x="12487" y="1337"/>
                  <a:pt x="11976" y="1804"/>
                </a:cubicBezTo>
                <a:cubicBezTo>
                  <a:pt x="10882" y="2838"/>
                  <a:pt x="10882" y="4540"/>
                  <a:pt x="11155" y="6029"/>
                </a:cubicBezTo>
                <a:cubicBezTo>
                  <a:pt x="11398" y="7519"/>
                  <a:pt x="11854" y="9039"/>
                  <a:pt x="11490" y="10467"/>
                </a:cubicBezTo>
                <a:cubicBezTo>
                  <a:pt x="11165" y="11579"/>
                  <a:pt x="10046" y="12532"/>
                  <a:pt x="8994" y="12532"/>
                </a:cubicBezTo>
                <a:cubicBezTo>
                  <a:pt x="8666" y="12532"/>
                  <a:pt x="8344" y="12440"/>
                  <a:pt x="8055" y="12230"/>
                </a:cubicBezTo>
                <a:cubicBezTo>
                  <a:pt x="7052" y="11501"/>
                  <a:pt x="7113" y="10011"/>
                  <a:pt x="7204" y="8795"/>
                </a:cubicBezTo>
                <a:cubicBezTo>
                  <a:pt x="7295" y="6668"/>
                  <a:pt x="7447" y="2868"/>
                  <a:pt x="6201" y="1014"/>
                </a:cubicBezTo>
                <a:cubicBezTo>
                  <a:pt x="5739" y="296"/>
                  <a:pt x="4992" y="0"/>
                  <a:pt x="41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ublic Health Services by Slidesgo">
  <a:themeElements>
    <a:clrScheme name="Simple Light">
      <a:dk1>
        <a:srgbClr val="212121"/>
      </a:dk1>
      <a:lt1>
        <a:srgbClr val="F9F2E8"/>
      </a:lt1>
      <a:dk2>
        <a:srgbClr val="ECB462"/>
      </a:dk2>
      <a:lt2>
        <a:srgbClr val="D35635"/>
      </a:lt2>
      <a:accent1>
        <a:srgbClr val="4DA1A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