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Lato"/>
      <p:regular r:id="rId23"/>
      <p:bold r:id="rId24"/>
      <p:italic r:id="rId25"/>
      <p:boldItalic r:id="rId26"/>
    </p:embeddedFont>
    <p:embeddedFont>
      <p:font typeface="Hind"/>
      <p:regular r:id="rId27"/>
      <p:bold r:id="rId28"/>
    </p:embeddedFont>
    <p:embeddedFont>
      <p:font typeface="Lato Black"/>
      <p:bold r:id="rId29"/>
      <p:boldItalic r:id="rId30"/>
    </p:embeddedFont>
    <p:embeddedFont>
      <p:font typeface="PT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Hind-bold.fntdata"/><Relationship Id="rId27" Type="http://schemas.openxmlformats.org/officeDocument/2006/relationships/font" Target="fonts/Hin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atoBlack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TSans-regular.fntdata"/><Relationship Id="rId30" Type="http://schemas.openxmlformats.org/officeDocument/2006/relationships/font" Target="fonts/LatoBlack-boldItalic.fntdata"/><Relationship Id="rId11" Type="http://schemas.openxmlformats.org/officeDocument/2006/relationships/slide" Target="slides/slide7.xml"/><Relationship Id="rId33" Type="http://schemas.openxmlformats.org/officeDocument/2006/relationships/font" Target="fonts/PTSans-italic.fntdata"/><Relationship Id="rId10" Type="http://schemas.openxmlformats.org/officeDocument/2006/relationships/slide" Target="slides/slide6.xml"/><Relationship Id="rId32" Type="http://schemas.openxmlformats.org/officeDocument/2006/relationships/font" Target="fonts/PTSan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PTSans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g13c2bc466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6" name="Google Shape;2166;g13c2bc466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382;g340502f680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3" name="Google Shape;2383;g340502f680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</a:t>
            </a:r>
            <a:r>
              <a:rPr lang="en">
                <a:solidFill>
                  <a:schemeClr val="dk1"/>
                </a:solidFill>
              </a:rPr>
              <a:t>avills prides themselves on solutions tailored to each customer. The different industries have very different needs and we hope to better understand those needs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340502f6802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340502f6802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g340502f6802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8" name="Google Shape;2398;g340502f6802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Sp-gist stands for space partitioned generalized search tree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340502f680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340502f680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g340502f6802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5" name="Google Shape;2415;g340502f6802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2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g340502f6802_2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4" name="Google Shape;2424;g340502f6802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340502f6802_2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340502f6802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Derec - Despite this </a:t>
            </a:r>
            <a:r>
              <a:rPr lang="en"/>
              <a:t>being</a:t>
            </a:r>
            <a:r>
              <a:rPr lang="en"/>
              <a:t> a small mean difference, the 3c per kWh is like HUGE, paying 15% more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0" name="Google Shape;2440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Derec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2" name="Shape 2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Google Shape;2553;g34056eb7a6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4" name="Google Shape;2554;g34056eb7a6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0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g34056eb7a6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2" name="Google Shape;2562;g34056eb7a6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g34056eb7a6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0" name="Google Shape;2580;g34056eb7a6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4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g34056eb7a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6" name="Google Shape;2586;g34056eb7a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0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g34056eb7a6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2" name="Google Shape;2592;g34056eb7a6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7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g34056eb7a6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9" name="Google Shape;2609;g34056eb7a6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7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g34056eb7a69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9" name="Google Shape;2619;g34056eb7a69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g340502f6802_1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8" name="Google Shape;2628;g340502f6802_1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g340502f6802_2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4" name="Google Shape;2634;g340502f6802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353064" y="2"/>
            <a:ext cx="3791022" cy="1189527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 rot="10800000">
            <a:off x="113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2625175" y="1463600"/>
            <a:ext cx="5715000" cy="1942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625175" y="3314200"/>
            <a:ext cx="5715000" cy="365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 rot="-5400000">
            <a:off x="6991967" y="2991385"/>
            <a:ext cx="1725614" cy="2578700"/>
            <a:chOff x="1056052" y="3"/>
            <a:chExt cx="1457690" cy="2194639"/>
          </a:xfrm>
        </p:grpSpPr>
        <p:sp>
          <p:nvSpPr>
            <p:cNvPr id="14" name="Google Shape;14;p2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8430770" y="227823"/>
            <a:ext cx="520982" cy="623354"/>
            <a:chOff x="8430770" y="227823"/>
            <a:chExt cx="520982" cy="623354"/>
          </a:xfrm>
        </p:grpSpPr>
        <p:sp>
          <p:nvSpPr>
            <p:cNvPr id="47" name="Google Shape;47;p2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" name="Google Shape;60;p2"/>
          <p:cNvGrpSpPr/>
          <p:nvPr/>
        </p:nvGrpSpPr>
        <p:grpSpPr>
          <a:xfrm>
            <a:off x="-3921" y="-9616"/>
            <a:ext cx="2578691" cy="1211207"/>
            <a:chOff x="-3921" y="-416630"/>
            <a:chExt cx="2578691" cy="1211207"/>
          </a:xfrm>
        </p:grpSpPr>
        <p:sp>
          <p:nvSpPr>
            <p:cNvPr id="61" name="Google Shape;61;p2"/>
            <p:cNvSpPr/>
            <p:nvPr/>
          </p:nvSpPr>
          <p:spPr>
            <a:xfrm flipH="1" rot="5400000">
              <a:off x="131260" y="-154586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flipH="1" rot="5400000">
              <a:off x="131467" y="-154164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 flipH="1" rot="5400000">
              <a:off x="131261" y="-154377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 flipH="1" rot="5400000">
              <a:off x="131262" y="-149614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 flipH="1" rot="5400000">
              <a:off x="131467" y="-154373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 flipH="1" rot="5400000">
              <a:off x="131249" y="158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 flipH="1" rot="5400000">
              <a:off x="131465" y="717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 flipH="1" rot="5400000">
              <a:off x="131046" y="-9577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 flipH="1" rot="5400000">
              <a:off x="131250" y="-3987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 flipH="1" rot="5400000">
              <a:off x="272402" y="-413834"/>
              <a:ext cx="807333" cy="801740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 flipH="1" rot="5400000">
              <a:off x="537316" y="-150868"/>
              <a:ext cx="277488" cy="275820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 flipH="1" rot="5400000">
              <a:off x="1074136" y="-413823"/>
              <a:ext cx="807333" cy="801719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 flipH="1" rot="5400000">
              <a:off x="1474565" y="-9961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 flipH="1" rot="5400000">
              <a:off x="673046" y="-10166"/>
              <a:ext cx="807767" cy="801719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 flipH="1" rot="5400000">
              <a:off x="898980" y="-19134"/>
              <a:ext cx="355899" cy="801719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 flipH="1" rot="5400000">
              <a:off x="474116" y="191754"/>
              <a:ext cx="403905" cy="801740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 flipH="1" rot="5400000">
              <a:off x="1676713" y="-615540"/>
              <a:ext cx="403471" cy="801310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 flipH="1" rot="5400000">
              <a:off x="2352665" y="-490189"/>
              <a:ext cx="148532" cy="29568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 flipH="1" rot="5400000">
              <a:off x="875194" y="-615745"/>
              <a:ext cx="403471" cy="801719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" name="Google Shape;80;p2"/>
          <p:cNvGrpSpPr/>
          <p:nvPr/>
        </p:nvGrpSpPr>
        <p:grpSpPr>
          <a:xfrm>
            <a:off x="380604" y="1281811"/>
            <a:ext cx="276638" cy="229911"/>
            <a:chOff x="3266679" y="4234561"/>
            <a:chExt cx="276638" cy="229911"/>
          </a:xfrm>
        </p:grpSpPr>
        <p:sp>
          <p:nvSpPr>
            <p:cNvPr id="81" name="Google Shape;81;p2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>
            <p:ph type="title"/>
          </p:nvPr>
        </p:nvSpPr>
        <p:spPr>
          <a:xfrm>
            <a:off x="2368350" y="2567426"/>
            <a:ext cx="4407300" cy="73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3"/>
          <p:cNvSpPr txBox="1"/>
          <p:nvPr>
            <p:ph hasCustomPrompt="1" idx="2" type="title"/>
          </p:nvPr>
        </p:nvSpPr>
        <p:spPr>
          <a:xfrm>
            <a:off x="4114800" y="1591183"/>
            <a:ext cx="914400" cy="690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3"/>
          <p:cNvSpPr txBox="1"/>
          <p:nvPr>
            <p:ph idx="1" type="subTitle"/>
          </p:nvPr>
        </p:nvSpPr>
        <p:spPr>
          <a:xfrm>
            <a:off x="2370000" y="3451227"/>
            <a:ext cx="4404000" cy="36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"/>
          <p:cNvSpPr/>
          <p:nvPr/>
        </p:nvSpPr>
        <p:spPr>
          <a:xfrm>
            <a:off x="5353064" y="2"/>
            <a:ext cx="3791022" cy="1189527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 rot="10800000">
            <a:off x="113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3"/>
          <p:cNvGrpSpPr/>
          <p:nvPr/>
        </p:nvGrpSpPr>
        <p:grpSpPr>
          <a:xfrm rot="-5400000">
            <a:off x="6991967" y="2991385"/>
            <a:ext cx="1725614" cy="2578700"/>
            <a:chOff x="1056052" y="3"/>
            <a:chExt cx="1457690" cy="2194639"/>
          </a:xfrm>
        </p:grpSpPr>
        <p:sp>
          <p:nvSpPr>
            <p:cNvPr id="97" name="Google Shape;97;p3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-3921" y="-9616"/>
            <a:ext cx="2578691" cy="1211207"/>
            <a:chOff x="-3921" y="-416630"/>
            <a:chExt cx="2578691" cy="1211207"/>
          </a:xfrm>
        </p:grpSpPr>
        <p:sp>
          <p:nvSpPr>
            <p:cNvPr id="130" name="Google Shape;130;p3"/>
            <p:cNvSpPr/>
            <p:nvPr/>
          </p:nvSpPr>
          <p:spPr>
            <a:xfrm flipH="1" rot="5400000">
              <a:off x="131260" y="-154586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 flipH="1" rot="5400000">
              <a:off x="131467" y="-154164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 flipH="1" rot="5400000">
              <a:off x="131261" y="-154377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 flipH="1" rot="5400000">
              <a:off x="131262" y="-149614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 flipH="1" rot="5400000">
              <a:off x="131467" y="-154373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 flipH="1" rot="5400000">
              <a:off x="131249" y="158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 flipH="1" rot="5400000">
              <a:off x="131465" y="717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 flipH="1" rot="5400000">
              <a:off x="131046" y="-9577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 flipH="1" rot="5400000">
              <a:off x="131250" y="-3987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 flipH="1" rot="5400000">
              <a:off x="272402" y="-413834"/>
              <a:ext cx="807333" cy="801740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 flipH="1" rot="5400000">
              <a:off x="537316" y="-150868"/>
              <a:ext cx="277488" cy="275820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 flipH="1" rot="5400000">
              <a:off x="1074136" y="-413823"/>
              <a:ext cx="807333" cy="801719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 flipH="1" rot="5400000">
              <a:off x="1474565" y="-9961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 flipH="1" rot="5400000">
              <a:off x="673046" y="-10166"/>
              <a:ext cx="807767" cy="801719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 flipH="1" rot="5400000">
              <a:off x="898980" y="-19134"/>
              <a:ext cx="355899" cy="801719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flipH="1" rot="5400000">
              <a:off x="474116" y="191754"/>
              <a:ext cx="403905" cy="801740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flipH="1" rot="5400000">
              <a:off x="1676713" y="-615540"/>
              <a:ext cx="403471" cy="801310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 flipH="1" rot="5400000">
              <a:off x="2352665" y="-490189"/>
              <a:ext cx="148532" cy="29568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 flipH="1" rot="5400000">
              <a:off x="875194" y="-615745"/>
              <a:ext cx="403471" cy="801719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3"/>
          <p:cNvGrpSpPr/>
          <p:nvPr/>
        </p:nvGrpSpPr>
        <p:grpSpPr>
          <a:xfrm>
            <a:off x="7904637" y="2400603"/>
            <a:ext cx="1052283" cy="1322192"/>
            <a:chOff x="3515716" y="5634203"/>
            <a:chExt cx="1052283" cy="1322192"/>
          </a:xfrm>
        </p:grpSpPr>
        <p:sp>
          <p:nvSpPr>
            <p:cNvPr id="150" name="Google Shape;150;p3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3"/>
          <p:cNvGrpSpPr/>
          <p:nvPr/>
        </p:nvGrpSpPr>
        <p:grpSpPr>
          <a:xfrm>
            <a:off x="452732" y="1326586"/>
            <a:ext cx="520982" cy="623354"/>
            <a:chOff x="8430770" y="227823"/>
            <a:chExt cx="520982" cy="623354"/>
          </a:xfrm>
        </p:grpSpPr>
        <p:sp>
          <p:nvSpPr>
            <p:cNvPr id="165" name="Google Shape;165;p3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/>
          <p:nvPr/>
        </p:nvSpPr>
        <p:spPr>
          <a:xfrm flipH="1" rot="-5400000">
            <a:off x="-1022149" y="3239193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4"/>
          <p:cNvSpPr txBox="1"/>
          <p:nvPr>
            <p:ph idx="1" type="body"/>
          </p:nvPr>
        </p:nvSpPr>
        <p:spPr>
          <a:xfrm>
            <a:off x="716900" y="1051849"/>
            <a:ext cx="77040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9pPr>
          </a:lstStyle>
          <a:p/>
        </p:txBody>
      </p:sp>
      <p:sp>
        <p:nvSpPr>
          <p:cNvPr id="182" name="Google Shape;182;p4"/>
          <p:cNvSpPr/>
          <p:nvPr/>
        </p:nvSpPr>
        <p:spPr>
          <a:xfrm flipH="1" rot="5400000">
            <a:off x="723969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4"/>
          <p:cNvGrpSpPr/>
          <p:nvPr/>
        </p:nvGrpSpPr>
        <p:grpSpPr>
          <a:xfrm flipH="1" rot="10800000">
            <a:off x="-15623" y="3"/>
            <a:ext cx="1457690" cy="2194639"/>
            <a:chOff x="1056052" y="3"/>
            <a:chExt cx="1457690" cy="2194639"/>
          </a:xfrm>
        </p:grpSpPr>
        <p:sp>
          <p:nvSpPr>
            <p:cNvPr id="184" name="Google Shape;184;p4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4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4"/>
          <p:cNvGrpSpPr/>
          <p:nvPr/>
        </p:nvGrpSpPr>
        <p:grpSpPr>
          <a:xfrm>
            <a:off x="8120856" y="2948853"/>
            <a:ext cx="1023137" cy="2194639"/>
            <a:chOff x="9996506" y="2756903"/>
            <a:chExt cx="1023137" cy="2194639"/>
          </a:xfrm>
        </p:grpSpPr>
        <p:sp>
          <p:nvSpPr>
            <p:cNvPr id="217" name="Google Shape;217;p4"/>
            <p:cNvSpPr/>
            <p:nvPr/>
          </p:nvSpPr>
          <p:spPr>
            <a:xfrm flipH="1" rot="10800000">
              <a:off x="10769404" y="2847833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4"/>
            <p:cNvSpPr/>
            <p:nvPr/>
          </p:nvSpPr>
          <p:spPr>
            <a:xfrm flipH="1" rot="10800000">
              <a:off x="10698567" y="2776996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4"/>
            <p:cNvSpPr/>
            <p:nvPr/>
          </p:nvSpPr>
          <p:spPr>
            <a:xfrm flipH="1" rot="10800000">
              <a:off x="10745791" y="2824220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4"/>
            <p:cNvSpPr/>
            <p:nvPr/>
          </p:nvSpPr>
          <p:spPr>
            <a:xfrm flipH="1" rot="10800000">
              <a:off x="10674606" y="2756903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4"/>
            <p:cNvSpPr/>
            <p:nvPr/>
          </p:nvSpPr>
          <p:spPr>
            <a:xfrm flipH="1" rot="10800000">
              <a:off x="10722179" y="2800608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4"/>
            <p:cNvSpPr/>
            <p:nvPr/>
          </p:nvSpPr>
          <p:spPr>
            <a:xfrm flipH="1" rot="10800000">
              <a:off x="10603751" y="2826329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4"/>
            <p:cNvSpPr/>
            <p:nvPr/>
          </p:nvSpPr>
          <p:spPr>
            <a:xfrm flipH="1" rot="10800000">
              <a:off x="10580139" y="2849941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4"/>
            <p:cNvSpPr/>
            <p:nvPr/>
          </p:nvSpPr>
          <p:spPr>
            <a:xfrm flipH="1" rot="10800000">
              <a:off x="10650976" y="2778756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4"/>
            <p:cNvSpPr/>
            <p:nvPr/>
          </p:nvSpPr>
          <p:spPr>
            <a:xfrm flipH="1" rot="10800000">
              <a:off x="10627364" y="2802716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4"/>
            <p:cNvSpPr/>
            <p:nvPr/>
          </p:nvSpPr>
          <p:spPr>
            <a:xfrm flipH="1" rot="10800000">
              <a:off x="10337673" y="2994438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4"/>
            <p:cNvSpPr/>
            <p:nvPr/>
          </p:nvSpPr>
          <p:spPr>
            <a:xfrm flipH="1" rot="10800000">
              <a:off x="10561458" y="3218241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4"/>
            <p:cNvSpPr/>
            <p:nvPr/>
          </p:nvSpPr>
          <p:spPr>
            <a:xfrm flipH="1" rot="10800000">
              <a:off x="10337673" y="3676773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4"/>
            <p:cNvSpPr/>
            <p:nvPr/>
          </p:nvSpPr>
          <p:spPr>
            <a:xfrm flipH="1" rot="10800000">
              <a:off x="9996506" y="4017923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4"/>
            <p:cNvSpPr/>
            <p:nvPr/>
          </p:nvSpPr>
          <p:spPr>
            <a:xfrm flipH="1" rot="10800000">
              <a:off x="9996506" y="3335605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4"/>
            <p:cNvSpPr/>
            <p:nvPr/>
          </p:nvSpPr>
          <p:spPr>
            <a:xfrm flipH="1" rot="10800000">
              <a:off x="10194937" y="3335605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 flipH="1" rot="10800000">
              <a:off x="9996506" y="2994438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 flipH="1" rot="10800000">
              <a:off x="10678823" y="4017923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 flipH="1" rot="10800000">
              <a:off x="10894175" y="4699892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 flipH="1" rot="10800000">
              <a:off x="10678823" y="3335605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" name="Google Shape;236;p4"/>
          <p:cNvGrpSpPr/>
          <p:nvPr/>
        </p:nvGrpSpPr>
        <p:grpSpPr>
          <a:xfrm>
            <a:off x="8430782" y="1988623"/>
            <a:ext cx="520982" cy="623354"/>
            <a:chOff x="8430770" y="227823"/>
            <a:chExt cx="520982" cy="623354"/>
          </a:xfrm>
        </p:grpSpPr>
        <p:sp>
          <p:nvSpPr>
            <p:cNvPr id="237" name="Google Shape;237;p4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4"/>
          <p:cNvGrpSpPr/>
          <p:nvPr/>
        </p:nvGrpSpPr>
        <p:grpSpPr>
          <a:xfrm>
            <a:off x="192232" y="2430848"/>
            <a:ext cx="520982" cy="623354"/>
            <a:chOff x="8430770" y="227823"/>
            <a:chExt cx="520982" cy="623354"/>
          </a:xfrm>
        </p:grpSpPr>
        <p:sp>
          <p:nvSpPr>
            <p:cNvPr id="251" name="Google Shape;251;p4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4"/>
          <p:cNvGrpSpPr/>
          <p:nvPr/>
        </p:nvGrpSpPr>
        <p:grpSpPr>
          <a:xfrm>
            <a:off x="4433681" y="135848"/>
            <a:ext cx="276638" cy="229911"/>
            <a:chOff x="3266679" y="4234561"/>
            <a:chExt cx="276638" cy="229911"/>
          </a:xfrm>
        </p:grpSpPr>
        <p:sp>
          <p:nvSpPr>
            <p:cNvPr id="265" name="Google Shape;265;p4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4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4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"/>
          <p:cNvSpPr txBox="1"/>
          <p:nvPr>
            <p:ph type="title"/>
          </p:nvPr>
        </p:nvSpPr>
        <p:spPr>
          <a:xfrm>
            <a:off x="802418" y="2845875"/>
            <a:ext cx="3577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6" name="Google Shape;276;p5"/>
          <p:cNvSpPr txBox="1"/>
          <p:nvPr>
            <p:ph idx="2" type="title"/>
          </p:nvPr>
        </p:nvSpPr>
        <p:spPr>
          <a:xfrm>
            <a:off x="4764382" y="2845875"/>
            <a:ext cx="3577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7" name="Google Shape;277;p5"/>
          <p:cNvSpPr txBox="1"/>
          <p:nvPr>
            <p:ph idx="1" type="subTitle"/>
          </p:nvPr>
        </p:nvSpPr>
        <p:spPr>
          <a:xfrm>
            <a:off x="4764382" y="3055996"/>
            <a:ext cx="35775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8" name="Google Shape;278;p5"/>
          <p:cNvSpPr txBox="1"/>
          <p:nvPr>
            <p:ph idx="3" type="subTitle"/>
          </p:nvPr>
        </p:nvSpPr>
        <p:spPr>
          <a:xfrm>
            <a:off x="802118" y="3055996"/>
            <a:ext cx="35781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9" name="Google Shape;279;p5"/>
          <p:cNvSpPr txBox="1"/>
          <p:nvPr>
            <p:ph idx="4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80" name="Google Shape;280;p5"/>
          <p:cNvGrpSpPr/>
          <p:nvPr/>
        </p:nvGrpSpPr>
        <p:grpSpPr>
          <a:xfrm flipH="1">
            <a:off x="7701927" y="967653"/>
            <a:ext cx="1457690" cy="2194639"/>
            <a:chOff x="1056052" y="3"/>
            <a:chExt cx="1457690" cy="2194639"/>
          </a:xfrm>
        </p:grpSpPr>
        <p:sp>
          <p:nvSpPr>
            <p:cNvPr id="281" name="Google Shape;281;p5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5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5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5"/>
          <p:cNvSpPr/>
          <p:nvPr/>
        </p:nvSpPr>
        <p:spPr>
          <a:xfrm rot="10800000">
            <a:off x="-5" y="423386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4" name="Google Shape;314;p5"/>
          <p:cNvGrpSpPr/>
          <p:nvPr/>
        </p:nvGrpSpPr>
        <p:grpSpPr>
          <a:xfrm>
            <a:off x="-15623" y="3"/>
            <a:ext cx="1457690" cy="2194639"/>
            <a:chOff x="1056052" y="3"/>
            <a:chExt cx="1457690" cy="2194639"/>
          </a:xfrm>
        </p:grpSpPr>
        <p:sp>
          <p:nvSpPr>
            <p:cNvPr id="315" name="Google Shape;315;p5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5"/>
          <p:cNvGrpSpPr/>
          <p:nvPr/>
        </p:nvGrpSpPr>
        <p:grpSpPr>
          <a:xfrm>
            <a:off x="8271600" y="-43234"/>
            <a:ext cx="1052283" cy="1322192"/>
            <a:chOff x="3515716" y="5634203"/>
            <a:chExt cx="1052283" cy="1322192"/>
          </a:xfrm>
        </p:grpSpPr>
        <p:sp>
          <p:nvSpPr>
            <p:cNvPr id="348" name="Google Shape;348;p5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5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5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5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5"/>
          <p:cNvGrpSpPr/>
          <p:nvPr/>
        </p:nvGrpSpPr>
        <p:grpSpPr>
          <a:xfrm>
            <a:off x="8292454" y="177173"/>
            <a:ext cx="276638" cy="229911"/>
            <a:chOff x="3266679" y="4234561"/>
            <a:chExt cx="276638" cy="229911"/>
          </a:xfrm>
        </p:grpSpPr>
        <p:sp>
          <p:nvSpPr>
            <p:cNvPr id="363" name="Google Shape;363;p5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5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5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2" name="Google Shape;372;p5"/>
          <p:cNvGrpSpPr/>
          <p:nvPr/>
        </p:nvGrpSpPr>
        <p:grpSpPr>
          <a:xfrm>
            <a:off x="192232" y="2260073"/>
            <a:ext cx="520982" cy="623354"/>
            <a:chOff x="8430770" y="227823"/>
            <a:chExt cx="520982" cy="623354"/>
          </a:xfrm>
        </p:grpSpPr>
        <p:sp>
          <p:nvSpPr>
            <p:cNvPr id="373" name="Google Shape;373;p5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5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5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5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5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"/>
          <p:cNvSpPr/>
          <p:nvPr/>
        </p:nvSpPr>
        <p:spPr>
          <a:xfrm flipH="1" rot="-5400000">
            <a:off x="-994618" y="3239193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6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6"/>
          <p:cNvSpPr/>
          <p:nvPr/>
        </p:nvSpPr>
        <p:spPr>
          <a:xfrm flipH="1" rot="5400000">
            <a:off x="723969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0" name="Google Shape;390;p6"/>
          <p:cNvGrpSpPr/>
          <p:nvPr/>
        </p:nvGrpSpPr>
        <p:grpSpPr>
          <a:xfrm rot="10800000">
            <a:off x="8091725" y="3821303"/>
            <a:ext cx="1052283" cy="1322192"/>
            <a:chOff x="3515716" y="5634203"/>
            <a:chExt cx="1052283" cy="1322192"/>
          </a:xfrm>
        </p:grpSpPr>
        <p:sp>
          <p:nvSpPr>
            <p:cNvPr id="391" name="Google Shape;391;p6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6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6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6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6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6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6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6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6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6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6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6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6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6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5" name="Google Shape;405;p6"/>
          <p:cNvGrpSpPr/>
          <p:nvPr/>
        </p:nvGrpSpPr>
        <p:grpSpPr>
          <a:xfrm>
            <a:off x="103043" y="-2391"/>
            <a:ext cx="520982" cy="1232954"/>
            <a:chOff x="116032" y="-2"/>
            <a:chExt cx="520982" cy="1232954"/>
          </a:xfrm>
        </p:grpSpPr>
        <p:grpSp>
          <p:nvGrpSpPr>
            <p:cNvPr id="406" name="Google Shape;406;p6"/>
            <p:cNvGrpSpPr/>
            <p:nvPr/>
          </p:nvGrpSpPr>
          <p:grpSpPr>
            <a:xfrm>
              <a:off x="116032" y="-2"/>
              <a:ext cx="520982" cy="623354"/>
              <a:chOff x="8430770" y="227823"/>
              <a:chExt cx="520982" cy="623354"/>
            </a:xfrm>
          </p:grpSpPr>
          <p:sp>
            <p:nvSpPr>
              <p:cNvPr id="407" name="Google Shape;407;p6"/>
              <p:cNvSpPr/>
              <p:nvPr/>
            </p:nvSpPr>
            <p:spPr>
              <a:xfrm flipH="1" rot="5400000">
                <a:off x="8662981" y="826215"/>
                <a:ext cx="25066" cy="24857"/>
              </a:xfrm>
              <a:custGeom>
                <a:rect b="b" l="l" r="r" t="t"/>
                <a:pathLst>
                  <a:path extrusionOk="0" h="1154" w="1155">
                    <a:moveTo>
                      <a:pt x="577" y="0"/>
                    </a:moveTo>
                    <a:lnTo>
                      <a:pt x="462" y="19"/>
                    </a:lnTo>
                    <a:lnTo>
                      <a:pt x="347" y="58"/>
                    </a:lnTo>
                    <a:lnTo>
                      <a:pt x="251" y="96"/>
                    </a:lnTo>
                    <a:lnTo>
                      <a:pt x="154" y="173"/>
                    </a:lnTo>
                    <a:lnTo>
                      <a:pt x="97" y="269"/>
                    </a:lnTo>
                    <a:lnTo>
                      <a:pt x="39" y="365"/>
                    </a:lnTo>
                    <a:lnTo>
                      <a:pt x="1" y="481"/>
                    </a:lnTo>
                    <a:lnTo>
                      <a:pt x="1" y="577"/>
                    </a:lnTo>
                    <a:lnTo>
                      <a:pt x="1" y="692"/>
                    </a:lnTo>
                    <a:lnTo>
                      <a:pt x="39" y="807"/>
                    </a:lnTo>
                    <a:lnTo>
                      <a:pt x="97" y="904"/>
                    </a:lnTo>
                    <a:lnTo>
                      <a:pt x="154" y="981"/>
                    </a:lnTo>
                    <a:lnTo>
                      <a:pt x="251" y="1057"/>
                    </a:lnTo>
                    <a:lnTo>
                      <a:pt x="347" y="1115"/>
                    </a:lnTo>
                    <a:lnTo>
                      <a:pt x="462" y="1154"/>
                    </a:lnTo>
                    <a:lnTo>
                      <a:pt x="673" y="1154"/>
                    </a:lnTo>
                    <a:lnTo>
                      <a:pt x="789" y="1115"/>
                    </a:lnTo>
                    <a:lnTo>
                      <a:pt x="885" y="1057"/>
                    </a:lnTo>
                    <a:lnTo>
                      <a:pt x="981" y="981"/>
                    </a:lnTo>
                    <a:lnTo>
                      <a:pt x="1058" y="904"/>
                    </a:lnTo>
                    <a:lnTo>
                      <a:pt x="1096" y="807"/>
                    </a:lnTo>
                    <a:lnTo>
                      <a:pt x="1135" y="692"/>
                    </a:lnTo>
                    <a:lnTo>
                      <a:pt x="1154" y="577"/>
                    </a:lnTo>
                    <a:lnTo>
                      <a:pt x="1135" y="481"/>
                    </a:lnTo>
                    <a:lnTo>
                      <a:pt x="1096" y="365"/>
                    </a:lnTo>
                    <a:lnTo>
                      <a:pt x="1058" y="269"/>
                    </a:lnTo>
                    <a:lnTo>
                      <a:pt x="981" y="173"/>
                    </a:lnTo>
                    <a:lnTo>
                      <a:pt x="885" y="96"/>
                    </a:lnTo>
                    <a:lnTo>
                      <a:pt x="789" y="58"/>
                    </a:lnTo>
                    <a:lnTo>
                      <a:pt x="673" y="19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6"/>
              <p:cNvSpPr/>
              <p:nvPr/>
            </p:nvSpPr>
            <p:spPr>
              <a:xfrm flipH="1" rot="5400000">
                <a:off x="8750792" y="737768"/>
                <a:ext cx="25045" cy="24857"/>
              </a:xfrm>
              <a:custGeom>
                <a:rect b="b" l="l" r="r" t="t"/>
                <a:pathLst>
                  <a:path extrusionOk="0" h="1154" w="1154">
                    <a:moveTo>
                      <a:pt x="577" y="0"/>
                    </a:moveTo>
                    <a:lnTo>
                      <a:pt x="462" y="20"/>
                    </a:lnTo>
                    <a:lnTo>
                      <a:pt x="366" y="39"/>
                    </a:lnTo>
                    <a:lnTo>
                      <a:pt x="250" y="97"/>
                    </a:lnTo>
                    <a:lnTo>
                      <a:pt x="173" y="173"/>
                    </a:lnTo>
                    <a:lnTo>
                      <a:pt x="96" y="270"/>
                    </a:lnTo>
                    <a:lnTo>
                      <a:pt x="39" y="366"/>
                    </a:lnTo>
                    <a:lnTo>
                      <a:pt x="19" y="462"/>
                    </a:lnTo>
                    <a:lnTo>
                      <a:pt x="0" y="577"/>
                    </a:lnTo>
                    <a:lnTo>
                      <a:pt x="19" y="692"/>
                    </a:lnTo>
                    <a:lnTo>
                      <a:pt x="39" y="789"/>
                    </a:lnTo>
                    <a:lnTo>
                      <a:pt x="96" y="885"/>
                    </a:lnTo>
                    <a:lnTo>
                      <a:pt x="173" y="981"/>
                    </a:lnTo>
                    <a:lnTo>
                      <a:pt x="250" y="1058"/>
                    </a:lnTo>
                    <a:lnTo>
                      <a:pt x="366" y="1115"/>
                    </a:lnTo>
                    <a:lnTo>
                      <a:pt x="462" y="1135"/>
                    </a:lnTo>
                    <a:lnTo>
                      <a:pt x="577" y="1154"/>
                    </a:lnTo>
                    <a:lnTo>
                      <a:pt x="692" y="1135"/>
                    </a:lnTo>
                    <a:lnTo>
                      <a:pt x="788" y="1115"/>
                    </a:lnTo>
                    <a:lnTo>
                      <a:pt x="885" y="1058"/>
                    </a:lnTo>
                    <a:lnTo>
                      <a:pt x="981" y="981"/>
                    </a:lnTo>
                    <a:lnTo>
                      <a:pt x="1058" y="885"/>
                    </a:lnTo>
                    <a:lnTo>
                      <a:pt x="1115" y="789"/>
                    </a:lnTo>
                    <a:lnTo>
                      <a:pt x="1134" y="692"/>
                    </a:lnTo>
                    <a:lnTo>
                      <a:pt x="1154" y="577"/>
                    </a:lnTo>
                    <a:lnTo>
                      <a:pt x="1134" y="462"/>
                    </a:lnTo>
                    <a:lnTo>
                      <a:pt x="1115" y="366"/>
                    </a:lnTo>
                    <a:lnTo>
                      <a:pt x="1058" y="270"/>
                    </a:lnTo>
                    <a:lnTo>
                      <a:pt x="981" y="173"/>
                    </a:lnTo>
                    <a:lnTo>
                      <a:pt x="885" y="97"/>
                    </a:lnTo>
                    <a:lnTo>
                      <a:pt x="788" y="39"/>
                    </a:lnTo>
                    <a:lnTo>
                      <a:pt x="692" y="20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6"/>
              <p:cNvSpPr/>
              <p:nvPr/>
            </p:nvSpPr>
            <p:spPr>
              <a:xfrm flipH="1" rot="5400000">
                <a:off x="8838570" y="649311"/>
                <a:ext cx="25066" cy="24879"/>
              </a:xfrm>
              <a:custGeom>
                <a:rect b="b" l="l" r="r" t="t"/>
                <a:pathLst>
                  <a:path extrusionOk="0" h="1155" w="1155">
                    <a:moveTo>
                      <a:pt x="481" y="1"/>
                    </a:moveTo>
                    <a:lnTo>
                      <a:pt x="366" y="39"/>
                    </a:lnTo>
                    <a:lnTo>
                      <a:pt x="270" y="97"/>
                    </a:lnTo>
                    <a:lnTo>
                      <a:pt x="174" y="155"/>
                    </a:lnTo>
                    <a:lnTo>
                      <a:pt x="97" y="251"/>
                    </a:lnTo>
                    <a:lnTo>
                      <a:pt x="39" y="347"/>
                    </a:lnTo>
                    <a:lnTo>
                      <a:pt x="20" y="462"/>
                    </a:lnTo>
                    <a:lnTo>
                      <a:pt x="1" y="577"/>
                    </a:lnTo>
                    <a:lnTo>
                      <a:pt x="20" y="674"/>
                    </a:lnTo>
                    <a:lnTo>
                      <a:pt x="39" y="789"/>
                    </a:lnTo>
                    <a:lnTo>
                      <a:pt x="97" y="885"/>
                    </a:lnTo>
                    <a:lnTo>
                      <a:pt x="174" y="981"/>
                    </a:lnTo>
                    <a:lnTo>
                      <a:pt x="270" y="1058"/>
                    </a:lnTo>
                    <a:lnTo>
                      <a:pt x="366" y="1097"/>
                    </a:lnTo>
                    <a:lnTo>
                      <a:pt x="481" y="1135"/>
                    </a:lnTo>
                    <a:lnTo>
                      <a:pt x="578" y="1154"/>
                    </a:lnTo>
                    <a:lnTo>
                      <a:pt x="693" y="1135"/>
                    </a:lnTo>
                    <a:lnTo>
                      <a:pt x="808" y="1097"/>
                    </a:lnTo>
                    <a:lnTo>
                      <a:pt x="904" y="1058"/>
                    </a:lnTo>
                    <a:lnTo>
                      <a:pt x="981" y="981"/>
                    </a:lnTo>
                    <a:lnTo>
                      <a:pt x="1058" y="885"/>
                    </a:lnTo>
                    <a:lnTo>
                      <a:pt x="1116" y="789"/>
                    </a:lnTo>
                    <a:lnTo>
                      <a:pt x="1154" y="674"/>
                    </a:lnTo>
                    <a:lnTo>
                      <a:pt x="1154" y="577"/>
                    </a:lnTo>
                    <a:lnTo>
                      <a:pt x="1154" y="462"/>
                    </a:lnTo>
                    <a:lnTo>
                      <a:pt x="1116" y="347"/>
                    </a:lnTo>
                    <a:lnTo>
                      <a:pt x="1058" y="251"/>
                    </a:lnTo>
                    <a:lnTo>
                      <a:pt x="981" y="155"/>
                    </a:lnTo>
                    <a:lnTo>
                      <a:pt x="904" y="97"/>
                    </a:lnTo>
                    <a:lnTo>
                      <a:pt x="808" y="39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6"/>
              <p:cNvSpPr/>
              <p:nvPr/>
            </p:nvSpPr>
            <p:spPr>
              <a:xfrm flipH="1" rot="5400000">
                <a:off x="8926779" y="560441"/>
                <a:ext cx="25066" cy="24879"/>
              </a:xfrm>
              <a:custGeom>
                <a:rect b="b" l="l" r="r" t="t"/>
                <a:pathLst>
                  <a:path extrusionOk="0" h="1155" w="1155">
                    <a:moveTo>
                      <a:pt x="577" y="1"/>
                    </a:moveTo>
                    <a:lnTo>
                      <a:pt x="462" y="20"/>
                    </a:lnTo>
                    <a:lnTo>
                      <a:pt x="347" y="59"/>
                    </a:lnTo>
                    <a:lnTo>
                      <a:pt x="251" y="97"/>
                    </a:lnTo>
                    <a:lnTo>
                      <a:pt x="155" y="174"/>
                    </a:lnTo>
                    <a:lnTo>
                      <a:pt x="97" y="270"/>
                    </a:lnTo>
                    <a:lnTo>
                      <a:pt x="39" y="366"/>
                    </a:lnTo>
                    <a:lnTo>
                      <a:pt x="1" y="481"/>
                    </a:lnTo>
                    <a:lnTo>
                      <a:pt x="1" y="578"/>
                    </a:lnTo>
                    <a:lnTo>
                      <a:pt x="1" y="693"/>
                    </a:lnTo>
                    <a:lnTo>
                      <a:pt x="39" y="808"/>
                    </a:lnTo>
                    <a:lnTo>
                      <a:pt x="97" y="904"/>
                    </a:lnTo>
                    <a:lnTo>
                      <a:pt x="155" y="1001"/>
                    </a:lnTo>
                    <a:lnTo>
                      <a:pt x="251" y="1058"/>
                    </a:lnTo>
                    <a:lnTo>
                      <a:pt x="347" y="1116"/>
                    </a:lnTo>
                    <a:lnTo>
                      <a:pt x="462" y="1154"/>
                    </a:lnTo>
                    <a:lnTo>
                      <a:pt x="674" y="1154"/>
                    </a:lnTo>
                    <a:lnTo>
                      <a:pt x="789" y="1116"/>
                    </a:lnTo>
                    <a:lnTo>
                      <a:pt x="885" y="1058"/>
                    </a:lnTo>
                    <a:lnTo>
                      <a:pt x="981" y="1001"/>
                    </a:lnTo>
                    <a:lnTo>
                      <a:pt x="1058" y="904"/>
                    </a:lnTo>
                    <a:lnTo>
                      <a:pt x="1097" y="808"/>
                    </a:lnTo>
                    <a:lnTo>
                      <a:pt x="1135" y="693"/>
                    </a:lnTo>
                    <a:lnTo>
                      <a:pt x="1154" y="578"/>
                    </a:lnTo>
                    <a:lnTo>
                      <a:pt x="1135" y="481"/>
                    </a:lnTo>
                    <a:lnTo>
                      <a:pt x="1097" y="366"/>
                    </a:lnTo>
                    <a:lnTo>
                      <a:pt x="1058" y="270"/>
                    </a:lnTo>
                    <a:lnTo>
                      <a:pt x="981" y="174"/>
                    </a:lnTo>
                    <a:lnTo>
                      <a:pt x="885" y="97"/>
                    </a:lnTo>
                    <a:lnTo>
                      <a:pt x="789" y="59"/>
                    </a:lnTo>
                    <a:lnTo>
                      <a:pt x="674" y="20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6"/>
              <p:cNvSpPr/>
              <p:nvPr/>
            </p:nvSpPr>
            <p:spPr>
              <a:xfrm flipH="1" rot="5400000">
                <a:off x="8585543" y="748196"/>
                <a:ext cx="25066" cy="24857"/>
              </a:xfrm>
              <a:custGeom>
                <a:rect b="b" l="l" r="r" t="t"/>
                <a:pathLst>
                  <a:path extrusionOk="0" h="1154" w="1155">
                    <a:moveTo>
                      <a:pt x="577" y="0"/>
                    </a:moveTo>
                    <a:lnTo>
                      <a:pt x="462" y="19"/>
                    </a:lnTo>
                    <a:lnTo>
                      <a:pt x="347" y="58"/>
                    </a:lnTo>
                    <a:lnTo>
                      <a:pt x="251" y="96"/>
                    </a:lnTo>
                    <a:lnTo>
                      <a:pt x="154" y="173"/>
                    </a:lnTo>
                    <a:lnTo>
                      <a:pt x="97" y="269"/>
                    </a:lnTo>
                    <a:lnTo>
                      <a:pt x="39" y="365"/>
                    </a:lnTo>
                    <a:lnTo>
                      <a:pt x="1" y="481"/>
                    </a:lnTo>
                    <a:lnTo>
                      <a:pt x="1" y="577"/>
                    </a:lnTo>
                    <a:lnTo>
                      <a:pt x="1" y="692"/>
                    </a:lnTo>
                    <a:lnTo>
                      <a:pt x="39" y="808"/>
                    </a:lnTo>
                    <a:lnTo>
                      <a:pt x="97" y="904"/>
                    </a:lnTo>
                    <a:lnTo>
                      <a:pt x="154" y="1000"/>
                    </a:lnTo>
                    <a:lnTo>
                      <a:pt x="251" y="1057"/>
                    </a:lnTo>
                    <a:lnTo>
                      <a:pt x="347" y="1115"/>
                    </a:lnTo>
                    <a:lnTo>
                      <a:pt x="462" y="1154"/>
                    </a:lnTo>
                    <a:lnTo>
                      <a:pt x="673" y="1154"/>
                    </a:lnTo>
                    <a:lnTo>
                      <a:pt x="789" y="1115"/>
                    </a:lnTo>
                    <a:lnTo>
                      <a:pt x="885" y="1057"/>
                    </a:lnTo>
                    <a:lnTo>
                      <a:pt x="981" y="1000"/>
                    </a:lnTo>
                    <a:lnTo>
                      <a:pt x="1058" y="904"/>
                    </a:lnTo>
                    <a:lnTo>
                      <a:pt x="1096" y="808"/>
                    </a:lnTo>
                    <a:lnTo>
                      <a:pt x="1135" y="692"/>
                    </a:lnTo>
                    <a:lnTo>
                      <a:pt x="1154" y="577"/>
                    </a:lnTo>
                    <a:lnTo>
                      <a:pt x="1135" y="481"/>
                    </a:lnTo>
                    <a:lnTo>
                      <a:pt x="1096" y="365"/>
                    </a:lnTo>
                    <a:lnTo>
                      <a:pt x="1058" y="269"/>
                    </a:lnTo>
                    <a:lnTo>
                      <a:pt x="981" y="173"/>
                    </a:lnTo>
                    <a:lnTo>
                      <a:pt x="885" y="96"/>
                    </a:lnTo>
                    <a:lnTo>
                      <a:pt x="789" y="58"/>
                    </a:lnTo>
                    <a:lnTo>
                      <a:pt x="673" y="19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6"/>
              <p:cNvSpPr/>
              <p:nvPr/>
            </p:nvSpPr>
            <p:spPr>
              <a:xfrm flipH="1" rot="5400000">
                <a:off x="8673353" y="659750"/>
                <a:ext cx="25045" cy="24857"/>
              </a:xfrm>
              <a:custGeom>
                <a:rect b="b" l="l" r="r" t="t"/>
                <a:pathLst>
                  <a:path extrusionOk="0" h="1154" w="1154">
                    <a:moveTo>
                      <a:pt x="577" y="0"/>
                    </a:moveTo>
                    <a:lnTo>
                      <a:pt x="462" y="20"/>
                    </a:lnTo>
                    <a:lnTo>
                      <a:pt x="366" y="39"/>
                    </a:lnTo>
                    <a:lnTo>
                      <a:pt x="250" y="97"/>
                    </a:lnTo>
                    <a:lnTo>
                      <a:pt x="173" y="173"/>
                    </a:lnTo>
                    <a:lnTo>
                      <a:pt x="96" y="270"/>
                    </a:lnTo>
                    <a:lnTo>
                      <a:pt x="39" y="366"/>
                    </a:lnTo>
                    <a:lnTo>
                      <a:pt x="19" y="462"/>
                    </a:lnTo>
                    <a:lnTo>
                      <a:pt x="0" y="577"/>
                    </a:lnTo>
                    <a:lnTo>
                      <a:pt x="19" y="693"/>
                    </a:lnTo>
                    <a:lnTo>
                      <a:pt x="39" y="789"/>
                    </a:lnTo>
                    <a:lnTo>
                      <a:pt x="96" y="885"/>
                    </a:lnTo>
                    <a:lnTo>
                      <a:pt x="173" y="981"/>
                    </a:lnTo>
                    <a:lnTo>
                      <a:pt x="250" y="1058"/>
                    </a:lnTo>
                    <a:lnTo>
                      <a:pt x="366" y="1115"/>
                    </a:lnTo>
                    <a:lnTo>
                      <a:pt x="462" y="1135"/>
                    </a:lnTo>
                    <a:lnTo>
                      <a:pt x="577" y="1154"/>
                    </a:lnTo>
                    <a:lnTo>
                      <a:pt x="692" y="1135"/>
                    </a:lnTo>
                    <a:lnTo>
                      <a:pt x="788" y="1115"/>
                    </a:lnTo>
                    <a:lnTo>
                      <a:pt x="885" y="1058"/>
                    </a:lnTo>
                    <a:lnTo>
                      <a:pt x="981" y="981"/>
                    </a:lnTo>
                    <a:lnTo>
                      <a:pt x="1058" y="885"/>
                    </a:lnTo>
                    <a:lnTo>
                      <a:pt x="1115" y="789"/>
                    </a:lnTo>
                    <a:lnTo>
                      <a:pt x="1135" y="693"/>
                    </a:lnTo>
                    <a:lnTo>
                      <a:pt x="1154" y="577"/>
                    </a:lnTo>
                    <a:lnTo>
                      <a:pt x="1135" y="462"/>
                    </a:lnTo>
                    <a:lnTo>
                      <a:pt x="1115" y="366"/>
                    </a:lnTo>
                    <a:lnTo>
                      <a:pt x="1058" y="270"/>
                    </a:lnTo>
                    <a:lnTo>
                      <a:pt x="981" y="173"/>
                    </a:lnTo>
                    <a:lnTo>
                      <a:pt x="885" y="97"/>
                    </a:lnTo>
                    <a:lnTo>
                      <a:pt x="788" y="39"/>
                    </a:lnTo>
                    <a:lnTo>
                      <a:pt x="692" y="20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6"/>
              <p:cNvSpPr/>
              <p:nvPr/>
            </p:nvSpPr>
            <p:spPr>
              <a:xfrm flipH="1" rot="5400000">
                <a:off x="8761131" y="571292"/>
                <a:ext cx="25066" cy="24879"/>
              </a:xfrm>
              <a:custGeom>
                <a:rect b="b" l="l" r="r" t="t"/>
                <a:pathLst>
                  <a:path extrusionOk="0" h="1155" w="1155">
                    <a:moveTo>
                      <a:pt x="482" y="1"/>
                    </a:moveTo>
                    <a:lnTo>
                      <a:pt x="366" y="39"/>
                    </a:lnTo>
                    <a:lnTo>
                      <a:pt x="270" y="97"/>
                    </a:lnTo>
                    <a:lnTo>
                      <a:pt x="174" y="174"/>
                    </a:lnTo>
                    <a:lnTo>
                      <a:pt x="97" y="251"/>
                    </a:lnTo>
                    <a:lnTo>
                      <a:pt x="39" y="347"/>
                    </a:lnTo>
                    <a:lnTo>
                      <a:pt x="20" y="462"/>
                    </a:lnTo>
                    <a:lnTo>
                      <a:pt x="1" y="578"/>
                    </a:lnTo>
                    <a:lnTo>
                      <a:pt x="20" y="674"/>
                    </a:lnTo>
                    <a:lnTo>
                      <a:pt x="39" y="789"/>
                    </a:lnTo>
                    <a:lnTo>
                      <a:pt x="97" y="885"/>
                    </a:lnTo>
                    <a:lnTo>
                      <a:pt x="174" y="981"/>
                    </a:lnTo>
                    <a:lnTo>
                      <a:pt x="270" y="1058"/>
                    </a:lnTo>
                    <a:lnTo>
                      <a:pt x="366" y="1097"/>
                    </a:lnTo>
                    <a:lnTo>
                      <a:pt x="482" y="1135"/>
                    </a:lnTo>
                    <a:lnTo>
                      <a:pt x="578" y="1154"/>
                    </a:lnTo>
                    <a:lnTo>
                      <a:pt x="693" y="1135"/>
                    </a:lnTo>
                    <a:lnTo>
                      <a:pt x="808" y="1097"/>
                    </a:lnTo>
                    <a:lnTo>
                      <a:pt x="904" y="1058"/>
                    </a:lnTo>
                    <a:lnTo>
                      <a:pt x="981" y="981"/>
                    </a:lnTo>
                    <a:lnTo>
                      <a:pt x="1058" y="885"/>
                    </a:lnTo>
                    <a:lnTo>
                      <a:pt x="1116" y="789"/>
                    </a:lnTo>
                    <a:lnTo>
                      <a:pt x="1154" y="674"/>
                    </a:lnTo>
                    <a:lnTo>
                      <a:pt x="1154" y="578"/>
                    </a:lnTo>
                    <a:lnTo>
                      <a:pt x="1154" y="462"/>
                    </a:lnTo>
                    <a:lnTo>
                      <a:pt x="1116" y="347"/>
                    </a:lnTo>
                    <a:lnTo>
                      <a:pt x="1058" y="251"/>
                    </a:lnTo>
                    <a:lnTo>
                      <a:pt x="981" y="174"/>
                    </a:lnTo>
                    <a:lnTo>
                      <a:pt x="904" y="97"/>
                    </a:lnTo>
                    <a:lnTo>
                      <a:pt x="808" y="39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6"/>
              <p:cNvSpPr/>
              <p:nvPr/>
            </p:nvSpPr>
            <p:spPr>
              <a:xfrm flipH="1" rot="5400000">
                <a:off x="8849341" y="482423"/>
                <a:ext cx="25066" cy="24879"/>
              </a:xfrm>
              <a:custGeom>
                <a:rect b="b" l="l" r="r" t="t"/>
                <a:pathLst>
                  <a:path extrusionOk="0" h="1155" w="1155">
                    <a:moveTo>
                      <a:pt x="578" y="1"/>
                    </a:moveTo>
                    <a:lnTo>
                      <a:pt x="462" y="20"/>
                    </a:lnTo>
                    <a:lnTo>
                      <a:pt x="347" y="59"/>
                    </a:lnTo>
                    <a:lnTo>
                      <a:pt x="251" y="97"/>
                    </a:lnTo>
                    <a:lnTo>
                      <a:pt x="155" y="174"/>
                    </a:lnTo>
                    <a:lnTo>
                      <a:pt x="97" y="270"/>
                    </a:lnTo>
                    <a:lnTo>
                      <a:pt x="39" y="366"/>
                    </a:lnTo>
                    <a:lnTo>
                      <a:pt x="1" y="482"/>
                    </a:lnTo>
                    <a:lnTo>
                      <a:pt x="1" y="578"/>
                    </a:lnTo>
                    <a:lnTo>
                      <a:pt x="1" y="693"/>
                    </a:lnTo>
                    <a:lnTo>
                      <a:pt x="39" y="808"/>
                    </a:lnTo>
                    <a:lnTo>
                      <a:pt x="97" y="904"/>
                    </a:lnTo>
                    <a:lnTo>
                      <a:pt x="155" y="1001"/>
                    </a:lnTo>
                    <a:lnTo>
                      <a:pt x="251" y="1058"/>
                    </a:lnTo>
                    <a:lnTo>
                      <a:pt x="347" y="1116"/>
                    </a:lnTo>
                    <a:lnTo>
                      <a:pt x="462" y="1154"/>
                    </a:lnTo>
                    <a:lnTo>
                      <a:pt x="674" y="1154"/>
                    </a:lnTo>
                    <a:lnTo>
                      <a:pt x="789" y="1116"/>
                    </a:lnTo>
                    <a:lnTo>
                      <a:pt x="885" y="1058"/>
                    </a:lnTo>
                    <a:lnTo>
                      <a:pt x="981" y="1001"/>
                    </a:lnTo>
                    <a:lnTo>
                      <a:pt x="1058" y="904"/>
                    </a:lnTo>
                    <a:lnTo>
                      <a:pt x="1097" y="808"/>
                    </a:lnTo>
                    <a:lnTo>
                      <a:pt x="1135" y="693"/>
                    </a:lnTo>
                    <a:lnTo>
                      <a:pt x="1154" y="578"/>
                    </a:lnTo>
                    <a:lnTo>
                      <a:pt x="1135" y="482"/>
                    </a:lnTo>
                    <a:lnTo>
                      <a:pt x="1097" y="366"/>
                    </a:lnTo>
                    <a:lnTo>
                      <a:pt x="1058" y="270"/>
                    </a:lnTo>
                    <a:lnTo>
                      <a:pt x="981" y="174"/>
                    </a:lnTo>
                    <a:lnTo>
                      <a:pt x="885" y="97"/>
                    </a:lnTo>
                    <a:lnTo>
                      <a:pt x="789" y="59"/>
                    </a:lnTo>
                    <a:lnTo>
                      <a:pt x="674" y="20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6"/>
              <p:cNvSpPr/>
              <p:nvPr/>
            </p:nvSpPr>
            <p:spPr>
              <a:xfrm flipH="1" rot="5400000">
                <a:off x="8508104" y="670177"/>
                <a:ext cx="25066" cy="24857"/>
              </a:xfrm>
              <a:custGeom>
                <a:rect b="b" l="l" r="r" t="t"/>
                <a:pathLst>
                  <a:path extrusionOk="0" h="1154" w="1155">
                    <a:moveTo>
                      <a:pt x="577" y="0"/>
                    </a:moveTo>
                    <a:lnTo>
                      <a:pt x="462" y="19"/>
                    </a:lnTo>
                    <a:lnTo>
                      <a:pt x="347" y="58"/>
                    </a:lnTo>
                    <a:lnTo>
                      <a:pt x="251" y="96"/>
                    </a:lnTo>
                    <a:lnTo>
                      <a:pt x="154" y="173"/>
                    </a:lnTo>
                    <a:lnTo>
                      <a:pt x="97" y="269"/>
                    </a:lnTo>
                    <a:lnTo>
                      <a:pt x="39" y="365"/>
                    </a:lnTo>
                    <a:lnTo>
                      <a:pt x="1" y="481"/>
                    </a:lnTo>
                    <a:lnTo>
                      <a:pt x="1" y="577"/>
                    </a:lnTo>
                    <a:lnTo>
                      <a:pt x="1" y="692"/>
                    </a:lnTo>
                    <a:lnTo>
                      <a:pt x="39" y="808"/>
                    </a:lnTo>
                    <a:lnTo>
                      <a:pt x="97" y="904"/>
                    </a:lnTo>
                    <a:lnTo>
                      <a:pt x="154" y="1000"/>
                    </a:lnTo>
                    <a:lnTo>
                      <a:pt x="251" y="1057"/>
                    </a:lnTo>
                    <a:lnTo>
                      <a:pt x="347" y="1115"/>
                    </a:lnTo>
                    <a:lnTo>
                      <a:pt x="462" y="1154"/>
                    </a:lnTo>
                    <a:lnTo>
                      <a:pt x="674" y="1154"/>
                    </a:lnTo>
                    <a:lnTo>
                      <a:pt x="789" y="1115"/>
                    </a:lnTo>
                    <a:lnTo>
                      <a:pt x="885" y="1057"/>
                    </a:lnTo>
                    <a:lnTo>
                      <a:pt x="981" y="1000"/>
                    </a:lnTo>
                    <a:lnTo>
                      <a:pt x="1058" y="904"/>
                    </a:lnTo>
                    <a:lnTo>
                      <a:pt x="1096" y="808"/>
                    </a:lnTo>
                    <a:lnTo>
                      <a:pt x="1135" y="692"/>
                    </a:lnTo>
                    <a:lnTo>
                      <a:pt x="1154" y="577"/>
                    </a:lnTo>
                    <a:lnTo>
                      <a:pt x="1135" y="481"/>
                    </a:lnTo>
                    <a:lnTo>
                      <a:pt x="1096" y="365"/>
                    </a:lnTo>
                    <a:lnTo>
                      <a:pt x="1058" y="269"/>
                    </a:lnTo>
                    <a:lnTo>
                      <a:pt x="981" y="173"/>
                    </a:lnTo>
                    <a:lnTo>
                      <a:pt x="885" y="96"/>
                    </a:lnTo>
                    <a:lnTo>
                      <a:pt x="789" y="58"/>
                    </a:lnTo>
                    <a:lnTo>
                      <a:pt x="674" y="19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6"/>
              <p:cNvSpPr/>
              <p:nvPr/>
            </p:nvSpPr>
            <p:spPr>
              <a:xfrm flipH="1" rot="5400000">
                <a:off x="8595915" y="581731"/>
                <a:ext cx="25045" cy="24857"/>
              </a:xfrm>
              <a:custGeom>
                <a:rect b="b" l="l" r="r" t="t"/>
                <a:pathLst>
                  <a:path extrusionOk="0" h="1154" w="1154">
                    <a:moveTo>
                      <a:pt x="577" y="0"/>
                    </a:moveTo>
                    <a:lnTo>
                      <a:pt x="462" y="20"/>
                    </a:lnTo>
                    <a:lnTo>
                      <a:pt x="366" y="39"/>
                    </a:lnTo>
                    <a:lnTo>
                      <a:pt x="250" y="97"/>
                    </a:lnTo>
                    <a:lnTo>
                      <a:pt x="173" y="173"/>
                    </a:lnTo>
                    <a:lnTo>
                      <a:pt x="96" y="270"/>
                    </a:lnTo>
                    <a:lnTo>
                      <a:pt x="39" y="366"/>
                    </a:lnTo>
                    <a:lnTo>
                      <a:pt x="20" y="462"/>
                    </a:lnTo>
                    <a:lnTo>
                      <a:pt x="0" y="577"/>
                    </a:lnTo>
                    <a:lnTo>
                      <a:pt x="20" y="693"/>
                    </a:lnTo>
                    <a:lnTo>
                      <a:pt x="39" y="789"/>
                    </a:lnTo>
                    <a:lnTo>
                      <a:pt x="96" y="904"/>
                    </a:lnTo>
                    <a:lnTo>
                      <a:pt x="173" y="981"/>
                    </a:lnTo>
                    <a:lnTo>
                      <a:pt x="250" y="1058"/>
                    </a:lnTo>
                    <a:lnTo>
                      <a:pt x="366" y="1115"/>
                    </a:lnTo>
                    <a:lnTo>
                      <a:pt x="462" y="1135"/>
                    </a:lnTo>
                    <a:lnTo>
                      <a:pt x="577" y="1154"/>
                    </a:lnTo>
                    <a:lnTo>
                      <a:pt x="692" y="1135"/>
                    </a:lnTo>
                    <a:lnTo>
                      <a:pt x="788" y="1115"/>
                    </a:lnTo>
                    <a:lnTo>
                      <a:pt x="885" y="1058"/>
                    </a:lnTo>
                    <a:lnTo>
                      <a:pt x="981" y="981"/>
                    </a:lnTo>
                    <a:lnTo>
                      <a:pt x="1058" y="904"/>
                    </a:lnTo>
                    <a:lnTo>
                      <a:pt x="1115" y="789"/>
                    </a:lnTo>
                    <a:lnTo>
                      <a:pt x="1135" y="693"/>
                    </a:lnTo>
                    <a:lnTo>
                      <a:pt x="1154" y="577"/>
                    </a:lnTo>
                    <a:lnTo>
                      <a:pt x="1135" y="462"/>
                    </a:lnTo>
                    <a:lnTo>
                      <a:pt x="1115" y="366"/>
                    </a:lnTo>
                    <a:lnTo>
                      <a:pt x="1058" y="270"/>
                    </a:lnTo>
                    <a:lnTo>
                      <a:pt x="981" y="173"/>
                    </a:lnTo>
                    <a:lnTo>
                      <a:pt x="885" y="97"/>
                    </a:lnTo>
                    <a:lnTo>
                      <a:pt x="788" y="39"/>
                    </a:lnTo>
                    <a:lnTo>
                      <a:pt x="692" y="20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6"/>
              <p:cNvSpPr/>
              <p:nvPr/>
            </p:nvSpPr>
            <p:spPr>
              <a:xfrm flipH="1" rot="5400000">
                <a:off x="8430665" y="592159"/>
                <a:ext cx="25066" cy="24857"/>
              </a:xfrm>
              <a:custGeom>
                <a:rect b="b" l="l" r="r" t="t"/>
                <a:pathLst>
                  <a:path extrusionOk="0" h="1154" w="1155">
                    <a:moveTo>
                      <a:pt x="577" y="0"/>
                    </a:moveTo>
                    <a:lnTo>
                      <a:pt x="462" y="19"/>
                    </a:lnTo>
                    <a:lnTo>
                      <a:pt x="347" y="58"/>
                    </a:lnTo>
                    <a:lnTo>
                      <a:pt x="251" y="96"/>
                    </a:lnTo>
                    <a:lnTo>
                      <a:pt x="154" y="173"/>
                    </a:lnTo>
                    <a:lnTo>
                      <a:pt x="97" y="269"/>
                    </a:lnTo>
                    <a:lnTo>
                      <a:pt x="39" y="365"/>
                    </a:lnTo>
                    <a:lnTo>
                      <a:pt x="1" y="481"/>
                    </a:lnTo>
                    <a:lnTo>
                      <a:pt x="1" y="577"/>
                    </a:lnTo>
                    <a:lnTo>
                      <a:pt x="1" y="692"/>
                    </a:lnTo>
                    <a:lnTo>
                      <a:pt x="39" y="808"/>
                    </a:lnTo>
                    <a:lnTo>
                      <a:pt x="97" y="904"/>
                    </a:lnTo>
                    <a:lnTo>
                      <a:pt x="154" y="1000"/>
                    </a:lnTo>
                    <a:lnTo>
                      <a:pt x="251" y="1058"/>
                    </a:lnTo>
                    <a:lnTo>
                      <a:pt x="347" y="1115"/>
                    </a:lnTo>
                    <a:lnTo>
                      <a:pt x="462" y="1154"/>
                    </a:lnTo>
                    <a:lnTo>
                      <a:pt x="674" y="1154"/>
                    </a:lnTo>
                    <a:lnTo>
                      <a:pt x="789" y="1115"/>
                    </a:lnTo>
                    <a:lnTo>
                      <a:pt x="885" y="1058"/>
                    </a:lnTo>
                    <a:lnTo>
                      <a:pt x="981" y="1000"/>
                    </a:lnTo>
                    <a:lnTo>
                      <a:pt x="1058" y="904"/>
                    </a:lnTo>
                    <a:lnTo>
                      <a:pt x="1096" y="808"/>
                    </a:lnTo>
                    <a:lnTo>
                      <a:pt x="1135" y="692"/>
                    </a:lnTo>
                    <a:lnTo>
                      <a:pt x="1154" y="577"/>
                    </a:lnTo>
                    <a:lnTo>
                      <a:pt x="1135" y="481"/>
                    </a:lnTo>
                    <a:lnTo>
                      <a:pt x="1096" y="365"/>
                    </a:lnTo>
                    <a:lnTo>
                      <a:pt x="1058" y="269"/>
                    </a:lnTo>
                    <a:lnTo>
                      <a:pt x="981" y="173"/>
                    </a:lnTo>
                    <a:lnTo>
                      <a:pt x="885" y="96"/>
                    </a:lnTo>
                    <a:lnTo>
                      <a:pt x="789" y="58"/>
                    </a:lnTo>
                    <a:lnTo>
                      <a:pt x="674" y="19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6"/>
              <p:cNvSpPr/>
              <p:nvPr/>
            </p:nvSpPr>
            <p:spPr>
              <a:xfrm flipH="1" rot="5400000">
                <a:off x="8518476" y="503712"/>
                <a:ext cx="25045" cy="24857"/>
              </a:xfrm>
              <a:custGeom>
                <a:rect b="b" l="l" r="r" t="t"/>
                <a:pathLst>
                  <a:path extrusionOk="0" h="1154" w="1154">
                    <a:moveTo>
                      <a:pt x="577" y="0"/>
                    </a:moveTo>
                    <a:lnTo>
                      <a:pt x="462" y="20"/>
                    </a:lnTo>
                    <a:lnTo>
                      <a:pt x="366" y="39"/>
                    </a:lnTo>
                    <a:lnTo>
                      <a:pt x="250" y="97"/>
                    </a:lnTo>
                    <a:lnTo>
                      <a:pt x="173" y="174"/>
                    </a:lnTo>
                    <a:lnTo>
                      <a:pt x="96" y="270"/>
                    </a:lnTo>
                    <a:lnTo>
                      <a:pt x="39" y="366"/>
                    </a:lnTo>
                    <a:lnTo>
                      <a:pt x="20" y="462"/>
                    </a:lnTo>
                    <a:lnTo>
                      <a:pt x="0" y="577"/>
                    </a:lnTo>
                    <a:lnTo>
                      <a:pt x="20" y="693"/>
                    </a:lnTo>
                    <a:lnTo>
                      <a:pt x="39" y="789"/>
                    </a:lnTo>
                    <a:lnTo>
                      <a:pt x="96" y="904"/>
                    </a:lnTo>
                    <a:lnTo>
                      <a:pt x="173" y="981"/>
                    </a:lnTo>
                    <a:lnTo>
                      <a:pt x="250" y="1058"/>
                    </a:lnTo>
                    <a:lnTo>
                      <a:pt x="366" y="1116"/>
                    </a:lnTo>
                    <a:lnTo>
                      <a:pt x="462" y="1135"/>
                    </a:lnTo>
                    <a:lnTo>
                      <a:pt x="577" y="1154"/>
                    </a:lnTo>
                    <a:lnTo>
                      <a:pt x="692" y="1135"/>
                    </a:lnTo>
                    <a:lnTo>
                      <a:pt x="789" y="1116"/>
                    </a:lnTo>
                    <a:lnTo>
                      <a:pt x="885" y="1058"/>
                    </a:lnTo>
                    <a:lnTo>
                      <a:pt x="981" y="981"/>
                    </a:lnTo>
                    <a:lnTo>
                      <a:pt x="1058" y="904"/>
                    </a:lnTo>
                    <a:lnTo>
                      <a:pt x="1115" y="789"/>
                    </a:lnTo>
                    <a:lnTo>
                      <a:pt x="1135" y="693"/>
                    </a:lnTo>
                    <a:lnTo>
                      <a:pt x="1154" y="577"/>
                    </a:lnTo>
                    <a:lnTo>
                      <a:pt x="1135" y="462"/>
                    </a:lnTo>
                    <a:lnTo>
                      <a:pt x="1115" y="366"/>
                    </a:lnTo>
                    <a:lnTo>
                      <a:pt x="1058" y="270"/>
                    </a:lnTo>
                    <a:lnTo>
                      <a:pt x="981" y="174"/>
                    </a:lnTo>
                    <a:lnTo>
                      <a:pt x="885" y="97"/>
                    </a:lnTo>
                    <a:lnTo>
                      <a:pt x="789" y="39"/>
                    </a:lnTo>
                    <a:lnTo>
                      <a:pt x="692" y="20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6"/>
              <p:cNvSpPr/>
              <p:nvPr/>
            </p:nvSpPr>
            <p:spPr>
              <a:xfrm flipH="1" rot="5400000">
                <a:off x="8539391" y="228939"/>
                <a:ext cx="297932" cy="295701"/>
              </a:xfrm>
              <a:custGeom>
                <a:rect b="b" l="l" r="r" t="t"/>
                <a:pathLst>
                  <a:path extrusionOk="0" h="13728" w="13728">
                    <a:moveTo>
                      <a:pt x="6864" y="1"/>
                    </a:moveTo>
                    <a:lnTo>
                      <a:pt x="1" y="6864"/>
                    </a:lnTo>
                    <a:lnTo>
                      <a:pt x="6864" y="13727"/>
                    </a:lnTo>
                    <a:lnTo>
                      <a:pt x="13727" y="6864"/>
                    </a:lnTo>
                    <a:lnTo>
                      <a:pt x="686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0" name="Google Shape;420;p6"/>
            <p:cNvGrpSpPr/>
            <p:nvPr/>
          </p:nvGrpSpPr>
          <p:grpSpPr>
            <a:xfrm flipH="1" rot="10800000">
              <a:off x="116032" y="609598"/>
              <a:ext cx="520982" cy="623354"/>
              <a:chOff x="8430770" y="227823"/>
              <a:chExt cx="520982" cy="623354"/>
            </a:xfrm>
          </p:grpSpPr>
          <p:sp>
            <p:nvSpPr>
              <p:cNvPr id="421" name="Google Shape;421;p6"/>
              <p:cNvSpPr/>
              <p:nvPr/>
            </p:nvSpPr>
            <p:spPr>
              <a:xfrm flipH="1" rot="5400000">
                <a:off x="8662981" y="826215"/>
                <a:ext cx="25066" cy="24857"/>
              </a:xfrm>
              <a:custGeom>
                <a:rect b="b" l="l" r="r" t="t"/>
                <a:pathLst>
                  <a:path extrusionOk="0" h="1154" w="1155">
                    <a:moveTo>
                      <a:pt x="577" y="0"/>
                    </a:moveTo>
                    <a:lnTo>
                      <a:pt x="462" y="19"/>
                    </a:lnTo>
                    <a:lnTo>
                      <a:pt x="347" y="58"/>
                    </a:lnTo>
                    <a:lnTo>
                      <a:pt x="251" y="96"/>
                    </a:lnTo>
                    <a:lnTo>
                      <a:pt x="154" y="173"/>
                    </a:lnTo>
                    <a:lnTo>
                      <a:pt x="97" y="269"/>
                    </a:lnTo>
                    <a:lnTo>
                      <a:pt x="39" y="365"/>
                    </a:lnTo>
                    <a:lnTo>
                      <a:pt x="1" y="481"/>
                    </a:lnTo>
                    <a:lnTo>
                      <a:pt x="1" y="577"/>
                    </a:lnTo>
                    <a:lnTo>
                      <a:pt x="1" y="692"/>
                    </a:lnTo>
                    <a:lnTo>
                      <a:pt x="39" y="807"/>
                    </a:lnTo>
                    <a:lnTo>
                      <a:pt x="97" y="904"/>
                    </a:lnTo>
                    <a:lnTo>
                      <a:pt x="154" y="981"/>
                    </a:lnTo>
                    <a:lnTo>
                      <a:pt x="251" y="1057"/>
                    </a:lnTo>
                    <a:lnTo>
                      <a:pt x="347" y="1115"/>
                    </a:lnTo>
                    <a:lnTo>
                      <a:pt x="462" y="1154"/>
                    </a:lnTo>
                    <a:lnTo>
                      <a:pt x="673" y="1154"/>
                    </a:lnTo>
                    <a:lnTo>
                      <a:pt x="789" y="1115"/>
                    </a:lnTo>
                    <a:lnTo>
                      <a:pt x="885" y="1057"/>
                    </a:lnTo>
                    <a:lnTo>
                      <a:pt x="981" y="981"/>
                    </a:lnTo>
                    <a:lnTo>
                      <a:pt x="1058" y="904"/>
                    </a:lnTo>
                    <a:lnTo>
                      <a:pt x="1096" y="807"/>
                    </a:lnTo>
                    <a:lnTo>
                      <a:pt x="1135" y="692"/>
                    </a:lnTo>
                    <a:lnTo>
                      <a:pt x="1154" y="577"/>
                    </a:lnTo>
                    <a:lnTo>
                      <a:pt x="1135" y="481"/>
                    </a:lnTo>
                    <a:lnTo>
                      <a:pt x="1096" y="365"/>
                    </a:lnTo>
                    <a:lnTo>
                      <a:pt x="1058" y="269"/>
                    </a:lnTo>
                    <a:lnTo>
                      <a:pt x="981" y="173"/>
                    </a:lnTo>
                    <a:lnTo>
                      <a:pt x="885" y="96"/>
                    </a:lnTo>
                    <a:lnTo>
                      <a:pt x="789" y="58"/>
                    </a:lnTo>
                    <a:lnTo>
                      <a:pt x="673" y="19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6"/>
              <p:cNvSpPr/>
              <p:nvPr/>
            </p:nvSpPr>
            <p:spPr>
              <a:xfrm flipH="1" rot="5400000">
                <a:off x="8750792" y="737768"/>
                <a:ext cx="25045" cy="24857"/>
              </a:xfrm>
              <a:custGeom>
                <a:rect b="b" l="l" r="r" t="t"/>
                <a:pathLst>
                  <a:path extrusionOk="0" h="1154" w="1154">
                    <a:moveTo>
                      <a:pt x="577" y="0"/>
                    </a:moveTo>
                    <a:lnTo>
                      <a:pt x="462" y="20"/>
                    </a:lnTo>
                    <a:lnTo>
                      <a:pt x="366" y="39"/>
                    </a:lnTo>
                    <a:lnTo>
                      <a:pt x="250" y="97"/>
                    </a:lnTo>
                    <a:lnTo>
                      <a:pt x="173" y="173"/>
                    </a:lnTo>
                    <a:lnTo>
                      <a:pt x="96" y="270"/>
                    </a:lnTo>
                    <a:lnTo>
                      <a:pt x="39" y="366"/>
                    </a:lnTo>
                    <a:lnTo>
                      <a:pt x="19" y="462"/>
                    </a:lnTo>
                    <a:lnTo>
                      <a:pt x="0" y="577"/>
                    </a:lnTo>
                    <a:lnTo>
                      <a:pt x="19" y="692"/>
                    </a:lnTo>
                    <a:lnTo>
                      <a:pt x="39" y="789"/>
                    </a:lnTo>
                    <a:lnTo>
                      <a:pt x="96" y="885"/>
                    </a:lnTo>
                    <a:lnTo>
                      <a:pt x="173" y="981"/>
                    </a:lnTo>
                    <a:lnTo>
                      <a:pt x="250" y="1058"/>
                    </a:lnTo>
                    <a:lnTo>
                      <a:pt x="366" y="1115"/>
                    </a:lnTo>
                    <a:lnTo>
                      <a:pt x="462" y="1135"/>
                    </a:lnTo>
                    <a:lnTo>
                      <a:pt x="577" y="1154"/>
                    </a:lnTo>
                    <a:lnTo>
                      <a:pt x="692" y="1135"/>
                    </a:lnTo>
                    <a:lnTo>
                      <a:pt x="788" y="1115"/>
                    </a:lnTo>
                    <a:lnTo>
                      <a:pt x="885" y="1058"/>
                    </a:lnTo>
                    <a:lnTo>
                      <a:pt x="981" y="981"/>
                    </a:lnTo>
                    <a:lnTo>
                      <a:pt x="1058" y="885"/>
                    </a:lnTo>
                    <a:lnTo>
                      <a:pt x="1115" y="789"/>
                    </a:lnTo>
                    <a:lnTo>
                      <a:pt x="1134" y="692"/>
                    </a:lnTo>
                    <a:lnTo>
                      <a:pt x="1154" y="577"/>
                    </a:lnTo>
                    <a:lnTo>
                      <a:pt x="1134" y="462"/>
                    </a:lnTo>
                    <a:lnTo>
                      <a:pt x="1115" y="366"/>
                    </a:lnTo>
                    <a:lnTo>
                      <a:pt x="1058" y="270"/>
                    </a:lnTo>
                    <a:lnTo>
                      <a:pt x="981" y="173"/>
                    </a:lnTo>
                    <a:lnTo>
                      <a:pt x="885" y="97"/>
                    </a:lnTo>
                    <a:lnTo>
                      <a:pt x="788" y="39"/>
                    </a:lnTo>
                    <a:lnTo>
                      <a:pt x="692" y="20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6"/>
              <p:cNvSpPr/>
              <p:nvPr/>
            </p:nvSpPr>
            <p:spPr>
              <a:xfrm flipH="1" rot="5400000">
                <a:off x="8838570" y="649311"/>
                <a:ext cx="25066" cy="24879"/>
              </a:xfrm>
              <a:custGeom>
                <a:rect b="b" l="l" r="r" t="t"/>
                <a:pathLst>
                  <a:path extrusionOk="0" h="1155" w="1155">
                    <a:moveTo>
                      <a:pt x="481" y="1"/>
                    </a:moveTo>
                    <a:lnTo>
                      <a:pt x="366" y="39"/>
                    </a:lnTo>
                    <a:lnTo>
                      <a:pt x="270" y="97"/>
                    </a:lnTo>
                    <a:lnTo>
                      <a:pt x="174" y="155"/>
                    </a:lnTo>
                    <a:lnTo>
                      <a:pt x="97" y="251"/>
                    </a:lnTo>
                    <a:lnTo>
                      <a:pt x="39" y="347"/>
                    </a:lnTo>
                    <a:lnTo>
                      <a:pt x="20" y="462"/>
                    </a:lnTo>
                    <a:lnTo>
                      <a:pt x="1" y="577"/>
                    </a:lnTo>
                    <a:lnTo>
                      <a:pt x="20" y="674"/>
                    </a:lnTo>
                    <a:lnTo>
                      <a:pt x="39" y="789"/>
                    </a:lnTo>
                    <a:lnTo>
                      <a:pt x="97" y="885"/>
                    </a:lnTo>
                    <a:lnTo>
                      <a:pt x="174" y="981"/>
                    </a:lnTo>
                    <a:lnTo>
                      <a:pt x="270" y="1058"/>
                    </a:lnTo>
                    <a:lnTo>
                      <a:pt x="366" y="1097"/>
                    </a:lnTo>
                    <a:lnTo>
                      <a:pt x="481" y="1135"/>
                    </a:lnTo>
                    <a:lnTo>
                      <a:pt x="578" y="1154"/>
                    </a:lnTo>
                    <a:lnTo>
                      <a:pt x="693" y="1135"/>
                    </a:lnTo>
                    <a:lnTo>
                      <a:pt x="808" y="1097"/>
                    </a:lnTo>
                    <a:lnTo>
                      <a:pt x="904" y="1058"/>
                    </a:lnTo>
                    <a:lnTo>
                      <a:pt x="981" y="981"/>
                    </a:lnTo>
                    <a:lnTo>
                      <a:pt x="1058" y="885"/>
                    </a:lnTo>
                    <a:lnTo>
                      <a:pt x="1116" y="789"/>
                    </a:lnTo>
                    <a:lnTo>
                      <a:pt x="1154" y="674"/>
                    </a:lnTo>
                    <a:lnTo>
                      <a:pt x="1154" y="577"/>
                    </a:lnTo>
                    <a:lnTo>
                      <a:pt x="1154" y="462"/>
                    </a:lnTo>
                    <a:lnTo>
                      <a:pt x="1116" y="347"/>
                    </a:lnTo>
                    <a:lnTo>
                      <a:pt x="1058" y="251"/>
                    </a:lnTo>
                    <a:lnTo>
                      <a:pt x="981" y="155"/>
                    </a:lnTo>
                    <a:lnTo>
                      <a:pt x="904" y="97"/>
                    </a:lnTo>
                    <a:lnTo>
                      <a:pt x="808" y="39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6"/>
              <p:cNvSpPr/>
              <p:nvPr/>
            </p:nvSpPr>
            <p:spPr>
              <a:xfrm flipH="1" rot="5400000">
                <a:off x="8926779" y="560441"/>
                <a:ext cx="25066" cy="24879"/>
              </a:xfrm>
              <a:custGeom>
                <a:rect b="b" l="l" r="r" t="t"/>
                <a:pathLst>
                  <a:path extrusionOk="0" h="1155" w="1155">
                    <a:moveTo>
                      <a:pt x="577" y="1"/>
                    </a:moveTo>
                    <a:lnTo>
                      <a:pt x="462" y="20"/>
                    </a:lnTo>
                    <a:lnTo>
                      <a:pt x="347" y="59"/>
                    </a:lnTo>
                    <a:lnTo>
                      <a:pt x="251" y="97"/>
                    </a:lnTo>
                    <a:lnTo>
                      <a:pt x="155" y="174"/>
                    </a:lnTo>
                    <a:lnTo>
                      <a:pt x="97" y="270"/>
                    </a:lnTo>
                    <a:lnTo>
                      <a:pt x="39" y="366"/>
                    </a:lnTo>
                    <a:lnTo>
                      <a:pt x="1" y="481"/>
                    </a:lnTo>
                    <a:lnTo>
                      <a:pt x="1" y="578"/>
                    </a:lnTo>
                    <a:lnTo>
                      <a:pt x="1" y="693"/>
                    </a:lnTo>
                    <a:lnTo>
                      <a:pt x="39" y="808"/>
                    </a:lnTo>
                    <a:lnTo>
                      <a:pt x="97" y="904"/>
                    </a:lnTo>
                    <a:lnTo>
                      <a:pt x="155" y="1001"/>
                    </a:lnTo>
                    <a:lnTo>
                      <a:pt x="251" y="1058"/>
                    </a:lnTo>
                    <a:lnTo>
                      <a:pt x="347" y="1116"/>
                    </a:lnTo>
                    <a:lnTo>
                      <a:pt x="462" y="1154"/>
                    </a:lnTo>
                    <a:lnTo>
                      <a:pt x="674" y="1154"/>
                    </a:lnTo>
                    <a:lnTo>
                      <a:pt x="789" y="1116"/>
                    </a:lnTo>
                    <a:lnTo>
                      <a:pt x="885" y="1058"/>
                    </a:lnTo>
                    <a:lnTo>
                      <a:pt x="981" y="1001"/>
                    </a:lnTo>
                    <a:lnTo>
                      <a:pt x="1058" y="904"/>
                    </a:lnTo>
                    <a:lnTo>
                      <a:pt x="1097" y="808"/>
                    </a:lnTo>
                    <a:lnTo>
                      <a:pt x="1135" y="693"/>
                    </a:lnTo>
                    <a:lnTo>
                      <a:pt x="1154" y="578"/>
                    </a:lnTo>
                    <a:lnTo>
                      <a:pt x="1135" y="481"/>
                    </a:lnTo>
                    <a:lnTo>
                      <a:pt x="1097" y="366"/>
                    </a:lnTo>
                    <a:lnTo>
                      <a:pt x="1058" y="270"/>
                    </a:lnTo>
                    <a:lnTo>
                      <a:pt x="981" y="174"/>
                    </a:lnTo>
                    <a:lnTo>
                      <a:pt x="885" y="97"/>
                    </a:lnTo>
                    <a:lnTo>
                      <a:pt x="789" y="59"/>
                    </a:lnTo>
                    <a:lnTo>
                      <a:pt x="674" y="20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6"/>
              <p:cNvSpPr/>
              <p:nvPr/>
            </p:nvSpPr>
            <p:spPr>
              <a:xfrm flipH="1" rot="5400000">
                <a:off x="8585543" y="748196"/>
                <a:ext cx="25066" cy="24857"/>
              </a:xfrm>
              <a:custGeom>
                <a:rect b="b" l="l" r="r" t="t"/>
                <a:pathLst>
                  <a:path extrusionOk="0" h="1154" w="1155">
                    <a:moveTo>
                      <a:pt x="577" y="0"/>
                    </a:moveTo>
                    <a:lnTo>
                      <a:pt x="462" y="19"/>
                    </a:lnTo>
                    <a:lnTo>
                      <a:pt x="347" y="58"/>
                    </a:lnTo>
                    <a:lnTo>
                      <a:pt x="251" y="96"/>
                    </a:lnTo>
                    <a:lnTo>
                      <a:pt x="154" y="173"/>
                    </a:lnTo>
                    <a:lnTo>
                      <a:pt x="97" y="269"/>
                    </a:lnTo>
                    <a:lnTo>
                      <a:pt x="39" y="365"/>
                    </a:lnTo>
                    <a:lnTo>
                      <a:pt x="1" y="481"/>
                    </a:lnTo>
                    <a:lnTo>
                      <a:pt x="1" y="577"/>
                    </a:lnTo>
                    <a:lnTo>
                      <a:pt x="1" y="692"/>
                    </a:lnTo>
                    <a:lnTo>
                      <a:pt x="39" y="808"/>
                    </a:lnTo>
                    <a:lnTo>
                      <a:pt x="97" y="904"/>
                    </a:lnTo>
                    <a:lnTo>
                      <a:pt x="154" y="1000"/>
                    </a:lnTo>
                    <a:lnTo>
                      <a:pt x="251" y="1057"/>
                    </a:lnTo>
                    <a:lnTo>
                      <a:pt x="347" y="1115"/>
                    </a:lnTo>
                    <a:lnTo>
                      <a:pt x="462" y="1154"/>
                    </a:lnTo>
                    <a:lnTo>
                      <a:pt x="673" y="1154"/>
                    </a:lnTo>
                    <a:lnTo>
                      <a:pt x="789" y="1115"/>
                    </a:lnTo>
                    <a:lnTo>
                      <a:pt x="885" y="1057"/>
                    </a:lnTo>
                    <a:lnTo>
                      <a:pt x="981" y="1000"/>
                    </a:lnTo>
                    <a:lnTo>
                      <a:pt x="1058" y="904"/>
                    </a:lnTo>
                    <a:lnTo>
                      <a:pt x="1096" y="808"/>
                    </a:lnTo>
                    <a:lnTo>
                      <a:pt x="1135" y="692"/>
                    </a:lnTo>
                    <a:lnTo>
                      <a:pt x="1154" y="577"/>
                    </a:lnTo>
                    <a:lnTo>
                      <a:pt x="1135" y="481"/>
                    </a:lnTo>
                    <a:lnTo>
                      <a:pt x="1096" y="365"/>
                    </a:lnTo>
                    <a:lnTo>
                      <a:pt x="1058" y="269"/>
                    </a:lnTo>
                    <a:lnTo>
                      <a:pt x="981" y="173"/>
                    </a:lnTo>
                    <a:lnTo>
                      <a:pt x="885" y="96"/>
                    </a:lnTo>
                    <a:lnTo>
                      <a:pt x="789" y="58"/>
                    </a:lnTo>
                    <a:lnTo>
                      <a:pt x="673" y="19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6"/>
              <p:cNvSpPr/>
              <p:nvPr/>
            </p:nvSpPr>
            <p:spPr>
              <a:xfrm flipH="1" rot="5400000">
                <a:off x="8673353" y="659750"/>
                <a:ext cx="25045" cy="24857"/>
              </a:xfrm>
              <a:custGeom>
                <a:rect b="b" l="l" r="r" t="t"/>
                <a:pathLst>
                  <a:path extrusionOk="0" h="1154" w="1154">
                    <a:moveTo>
                      <a:pt x="577" y="0"/>
                    </a:moveTo>
                    <a:lnTo>
                      <a:pt x="462" y="20"/>
                    </a:lnTo>
                    <a:lnTo>
                      <a:pt x="366" y="39"/>
                    </a:lnTo>
                    <a:lnTo>
                      <a:pt x="250" y="97"/>
                    </a:lnTo>
                    <a:lnTo>
                      <a:pt x="173" y="173"/>
                    </a:lnTo>
                    <a:lnTo>
                      <a:pt x="96" y="270"/>
                    </a:lnTo>
                    <a:lnTo>
                      <a:pt x="39" y="366"/>
                    </a:lnTo>
                    <a:lnTo>
                      <a:pt x="19" y="462"/>
                    </a:lnTo>
                    <a:lnTo>
                      <a:pt x="0" y="577"/>
                    </a:lnTo>
                    <a:lnTo>
                      <a:pt x="19" y="693"/>
                    </a:lnTo>
                    <a:lnTo>
                      <a:pt x="39" y="789"/>
                    </a:lnTo>
                    <a:lnTo>
                      <a:pt x="96" y="885"/>
                    </a:lnTo>
                    <a:lnTo>
                      <a:pt x="173" y="981"/>
                    </a:lnTo>
                    <a:lnTo>
                      <a:pt x="250" y="1058"/>
                    </a:lnTo>
                    <a:lnTo>
                      <a:pt x="366" y="1115"/>
                    </a:lnTo>
                    <a:lnTo>
                      <a:pt x="462" y="1135"/>
                    </a:lnTo>
                    <a:lnTo>
                      <a:pt x="577" y="1154"/>
                    </a:lnTo>
                    <a:lnTo>
                      <a:pt x="692" y="1135"/>
                    </a:lnTo>
                    <a:lnTo>
                      <a:pt x="788" y="1115"/>
                    </a:lnTo>
                    <a:lnTo>
                      <a:pt x="885" y="1058"/>
                    </a:lnTo>
                    <a:lnTo>
                      <a:pt x="981" y="981"/>
                    </a:lnTo>
                    <a:lnTo>
                      <a:pt x="1058" y="885"/>
                    </a:lnTo>
                    <a:lnTo>
                      <a:pt x="1115" y="789"/>
                    </a:lnTo>
                    <a:lnTo>
                      <a:pt x="1135" y="693"/>
                    </a:lnTo>
                    <a:lnTo>
                      <a:pt x="1154" y="577"/>
                    </a:lnTo>
                    <a:lnTo>
                      <a:pt x="1135" y="462"/>
                    </a:lnTo>
                    <a:lnTo>
                      <a:pt x="1115" y="366"/>
                    </a:lnTo>
                    <a:lnTo>
                      <a:pt x="1058" y="270"/>
                    </a:lnTo>
                    <a:lnTo>
                      <a:pt x="981" y="173"/>
                    </a:lnTo>
                    <a:lnTo>
                      <a:pt x="885" y="97"/>
                    </a:lnTo>
                    <a:lnTo>
                      <a:pt x="788" y="39"/>
                    </a:lnTo>
                    <a:lnTo>
                      <a:pt x="692" y="20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6"/>
              <p:cNvSpPr/>
              <p:nvPr/>
            </p:nvSpPr>
            <p:spPr>
              <a:xfrm flipH="1" rot="5400000">
                <a:off x="8761131" y="571292"/>
                <a:ext cx="25066" cy="24879"/>
              </a:xfrm>
              <a:custGeom>
                <a:rect b="b" l="l" r="r" t="t"/>
                <a:pathLst>
                  <a:path extrusionOk="0" h="1155" w="1155">
                    <a:moveTo>
                      <a:pt x="482" y="1"/>
                    </a:moveTo>
                    <a:lnTo>
                      <a:pt x="366" y="39"/>
                    </a:lnTo>
                    <a:lnTo>
                      <a:pt x="270" y="97"/>
                    </a:lnTo>
                    <a:lnTo>
                      <a:pt x="174" y="174"/>
                    </a:lnTo>
                    <a:lnTo>
                      <a:pt x="97" y="251"/>
                    </a:lnTo>
                    <a:lnTo>
                      <a:pt x="39" y="347"/>
                    </a:lnTo>
                    <a:lnTo>
                      <a:pt x="20" y="462"/>
                    </a:lnTo>
                    <a:lnTo>
                      <a:pt x="1" y="578"/>
                    </a:lnTo>
                    <a:lnTo>
                      <a:pt x="20" y="674"/>
                    </a:lnTo>
                    <a:lnTo>
                      <a:pt x="39" y="789"/>
                    </a:lnTo>
                    <a:lnTo>
                      <a:pt x="97" y="885"/>
                    </a:lnTo>
                    <a:lnTo>
                      <a:pt x="174" y="981"/>
                    </a:lnTo>
                    <a:lnTo>
                      <a:pt x="270" y="1058"/>
                    </a:lnTo>
                    <a:lnTo>
                      <a:pt x="366" y="1097"/>
                    </a:lnTo>
                    <a:lnTo>
                      <a:pt x="482" y="1135"/>
                    </a:lnTo>
                    <a:lnTo>
                      <a:pt x="578" y="1154"/>
                    </a:lnTo>
                    <a:lnTo>
                      <a:pt x="693" y="1135"/>
                    </a:lnTo>
                    <a:lnTo>
                      <a:pt x="808" y="1097"/>
                    </a:lnTo>
                    <a:lnTo>
                      <a:pt x="904" y="1058"/>
                    </a:lnTo>
                    <a:lnTo>
                      <a:pt x="981" y="981"/>
                    </a:lnTo>
                    <a:lnTo>
                      <a:pt x="1058" y="885"/>
                    </a:lnTo>
                    <a:lnTo>
                      <a:pt x="1116" y="789"/>
                    </a:lnTo>
                    <a:lnTo>
                      <a:pt x="1154" y="674"/>
                    </a:lnTo>
                    <a:lnTo>
                      <a:pt x="1154" y="578"/>
                    </a:lnTo>
                    <a:lnTo>
                      <a:pt x="1154" y="462"/>
                    </a:lnTo>
                    <a:lnTo>
                      <a:pt x="1116" y="347"/>
                    </a:lnTo>
                    <a:lnTo>
                      <a:pt x="1058" y="251"/>
                    </a:lnTo>
                    <a:lnTo>
                      <a:pt x="981" y="174"/>
                    </a:lnTo>
                    <a:lnTo>
                      <a:pt x="904" y="97"/>
                    </a:lnTo>
                    <a:lnTo>
                      <a:pt x="808" y="39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6"/>
              <p:cNvSpPr/>
              <p:nvPr/>
            </p:nvSpPr>
            <p:spPr>
              <a:xfrm flipH="1" rot="5400000">
                <a:off x="8849341" y="482423"/>
                <a:ext cx="25066" cy="24879"/>
              </a:xfrm>
              <a:custGeom>
                <a:rect b="b" l="l" r="r" t="t"/>
                <a:pathLst>
                  <a:path extrusionOk="0" h="1155" w="1155">
                    <a:moveTo>
                      <a:pt x="578" y="1"/>
                    </a:moveTo>
                    <a:lnTo>
                      <a:pt x="462" y="20"/>
                    </a:lnTo>
                    <a:lnTo>
                      <a:pt x="347" y="59"/>
                    </a:lnTo>
                    <a:lnTo>
                      <a:pt x="251" y="97"/>
                    </a:lnTo>
                    <a:lnTo>
                      <a:pt x="155" y="174"/>
                    </a:lnTo>
                    <a:lnTo>
                      <a:pt x="97" y="270"/>
                    </a:lnTo>
                    <a:lnTo>
                      <a:pt x="39" y="366"/>
                    </a:lnTo>
                    <a:lnTo>
                      <a:pt x="1" y="482"/>
                    </a:lnTo>
                    <a:lnTo>
                      <a:pt x="1" y="578"/>
                    </a:lnTo>
                    <a:lnTo>
                      <a:pt x="1" y="693"/>
                    </a:lnTo>
                    <a:lnTo>
                      <a:pt x="39" y="808"/>
                    </a:lnTo>
                    <a:lnTo>
                      <a:pt x="97" y="904"/>
                    </a:lnTo>
                    <a:lnTo>
                      <a:pt x="155" y="1001"/>
                    </a:lnTo>
                    <a:lnTo>
                      <a:pt x="251" y="1058"/>
                    </a:lnTo>
                    <a:lnTo>
                      <a:pt x="347" y="1116"/>
                    </a:lnTo>
                    <a:lnTo>
                      <a:pt x="462" y="1154"/>
                    </a:lnTo>
                    <a:lnTo>
                      <a:pt x="674" y="1154"/>
                    </a:lnTo>
                    <a:lnTo>
                      <a:pt x="789" y="1116"/>
                    </a:lnTo>
                    <a:lnTo>
                      <a:pt x="885" y="1058"/>
                    </a:lnTo>
                    <a:lnTo>
                      <a:pt x="981" y="1001"/>
                    </a:lnTo>
                    <a:lnTo>
                      <a:pt x="1058" y="904"/>
                    </a:lnTo>
                    <a:lnTo>
                      <a:pt x="1097" y="808"/>
                    </a:lnTo>
                    <a:lnTo>
                      <a:pt x="1135" y="693"/>
                    </a:lnTo>
                    <a:lnTo>
                      <a:pt x="1154" y="578"/>
                    </a:lnTo>
                    <a:lnTo>
                      <a:pt x="1135" y="482"/>
                    </a:lnTo>
                    <a:lnTo>
                      <a:pt x="1097" y="366"/>
                    </a:lnTo>
                    <a:lnTo>
                      <a:pt x="1058" y="270"/>
                    </a:lnTo>
                    <a:lnTo>
                      <a:pt x="981" y="174"/>
                    </a:lnTo>
                    <a:lnTo>
                      <a:pt x="885" y="97"/>
                    </a:lnTo>
                    <a:lnTo>
                      <a:pt x="789" y="59"/>
                    </a:lnTo>
                    <a:lnTo>
                      <a:pt x="674" y="20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6"/>
              <p:cNvSpPr/>
              <p:nvPr/>
            </p:nvSpPr>
            <p:spPr>
              <a:xfrm flipH="1" rot="5400000">
                <a:off x="8508104" y="670177"/>
                <a:ext cx="25066" cy="24857"/>
              </a:xfrm>
              <a:custGeom>
                <a:rect b="b" l="l" r="r" t="t"/>
                <a:pathLst>
                  <a:path extrusionOk="0" h="1154" w="1155">
                    <a:moveTo>
                      <a:pt x="577" y="0"/>
                    </a:moveTo>
                    <a:lnTo>
                      <a:pt x="462" y="19"/>
                    </a:lnTo>
                    <a:lnTo>
                      <a:pt x="347" y="58"/>
                    </a:lnTo>
                    <a:lnTo>
                      <a:pt x="251" y="96"/>
                    </a:lnTo>
                    <a:lnTo>
                      <a:pt x="154" y="173"/>
                    </a:lnTo>
                    <a:lnTo>
                      <a:pt x="97" y="269"/>
                    </a:lnTo>
                    <a:lnTo>
                      <a:pt x="39" y="365"/>
                    </a:lnTo>
                    <a:lnTo>
                      <a:pt x="1" y="481"/>
                    </a:lnTo>
                    <a:lnTo>
                      <a:pt x="1" y="577"/>
                    </a:lnTo>
                    <a:lnTo>
                      <a:pt x="1" y="692"/>
                    </a:lnTo>
                    <a:lnTo>
                      <a:pt x="39" y="808"/>
                    </a:lnTo>
                    <a:lnTo>
                      <a:pt x="97" y="904"/>
                    </a:lnTo>
                    <a:lnTo>
                      <a:pt x="154" y="1000"/>
                    </a:lnTo>
                    <a:lnTo>
                      <a:pt x="251" y="1057"/>
                    </a:lnTo>
                    <a:lnTo>
                      <a:pt x="347" y="1115"/>
                    </a:lnTo>
                    <a:lnTo>
                      <a:pt x="462" y="1154"/>
                    </a:lnTo>
                    <a:lnTo>
                      <a:pt x="674" y="1154"/>
                    </a:lnTo>
                    <a:lnTo>
                      <a:pt x="789" y="1115"/>
                    </a:lnTo>
                    <a:lnTo>
                      <a:pt x="885" y="1057"/>
                    </a:lnTo>
                    <a:lnTo>
                      <a:pt x="981" y="1000"/>
                    </a:lnTo>
                    <a:lnTo>
                      <a:pt x="1058" y="904"/>
                    </a:lnTo>
                    <a:lnTo>
                      <a:pt x="1096" y="808"/>
                    </a:lnTo>
                    <a:lnTo>
                      <a:pt x="1135" y="692"/>
                    </a:lnTo>
                    <a:lnTo>
                      <a:pt x="1154" y="577"/>
                    </a:lnTo>
                    <a:lnTo>
                      <a:pt x="1135" y="481"/>
                    </a:lnTo>
                    <a:lnTo>
                      <a:pt x="1096" y="365"/>
                    </a:lnTo>
                    <a:lnTo>
                      <a:pt x="1058" y="269"/>
                    </a:lnTo>
                    <a:lnTo>
                      <a:pt x="981" y="173"/>
                    </a:lnTo>
                    <a:lnTo>
                      <a:pt x="885" y="96"/>
                    </a:lnTo>
                    <a:lnTo>
                      <a:pt x="789" y="58"/>
                    </a:lnTo>
                    <a:lnTo>
                      <a:pt x="674" y="19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6"/>
              <p:cNvSpPr/>
              <p:nvPr/>
            </p:nvSpPr>
            <p:spPr>
              <a:xfrm flipH="1" rot="5400000">
                <a:off x="8595915" y="581731"/>
                <a:ext cx="25045" cy="24857"/>
              </a:xfrm>
              <a:custGeom>
                <a:rect b="b" l="l" r="r" t="t"/>
                <a:pathLst>
                  <a:path extrusionOk="0" h="1154" w="1154">
                    <a:moveTo>
                      <a:pt x="577" y="0"/>
                    </a:moveTo>
                    <a:lnTo>
                      <a:pt x="462" y="20"/>
                    </a:lnTo>
                    <a:lnTo>
                      <a:pt x="366" y="39"/>
                    </a:lnTo>
                    <a:lnTo>
                      <a:pt x="250" y="97"/>
                    </a:lnTo>
                    <a:lnTo>
                      <a:pt x="173" y="173"/>
                    </a:lnTo>
                    <a:lnTo>
                      <a:pt x="96" y="270"/>
                    </a:lnTo>
                    <a:lnTo>
                      <a:pt x="39" y="366"/>
                    </a:lnTo>
                    <a:lnTo>
                      <a:pt x="20" y="462"/>
                    </a:lnTo>
                    <a:lnTo>
                      <a:pt x="0" y="577"/>
                    </a:lnTo>
                    <a:lnTo>
                      <a:pt x="20" y="693"/>
                    </a:lnTo>
                    <a:lnTo>
                      <a:pt x="39" y="789"/>
                    </a:lnTo>
                    <a:lnTo>
                      <a:pt x="96" y="904"/>
                    </a:lnTo>
                    <a:lnTo>
                      <a:pt x="173" y="981"/>
                    </a:lnTo>
                    <a:lnTo>
                      <a:pt x="250" y="1058"/>
                    </a:lnTo>
                    <a:lnTo>
                      <a:pt x="366" y="1115"/>
                    </a:lnTo>
                    <a:lnTo>
                      <a:pt x="462" y="1135"/>
                    </a:lnTo>
                    <a:lnTo>
                      <a:pt x="577" y="1154"/>
                    </a:lnTo>
                    <a:lnTo>
                      <a:pt x="692" y="1135"/>
                    </a:lnTo>
                    <a:lnTo>
                      <a:pt x="788" y="1115"/>
                    </a:lnTo>
                    <a:lnTo>
                      <a:pt x="885" y="1058"/>
                    </a:lnTo>
                    <a:lnTo>
                      <a:pt x="981" y="981"/>
                    </a:lnTo>
                    <a:lnTo>
                      <a:pt x="1058" y="904"/>
                    </a:lnTo>
                    <a:lnTo>
                      <a:pt x="1115" y="789"/>
                    </a:lnTo>
                    <a:lnTo>
                      <a:pt x="1135" y="693"/>
                    </a:lnTo>
                    <a:lnTo>
                      <a:pt x="1154" y="577"/>
                    </a:lnTo>
                    <a:lnTo>
                      <a:pt x="1135" y="462"/>
                    </a:lnTo>
                    <a:lnTo>
                      <a:pt x="1115" y="366"/>
                    </a:lnTo>
                    <a:lnTo>
                      <a:pt x="1058" y="270"/>
                    </a:lnTo>
                    <a:lnTo>
                      <a:pt x="981" y="173"/>
                    </a:lnTo>
                    <a:lnTo>
                      <a:pt x="885" y="97"/>
                    </a:lnTo>
                    <a:lnTo>
                      <a:pt x="788" y="39"/>
                    </a:lnTo>
                    <a:lnTo>
                      <a:pt x="692" y="20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6"/>
              <p:cNvSpPr/>
              <p:nvPr/>
            </p:nvSpPr>
            <p:spPr>
              <a:xfrm flipH="1" rot="5400000">
                <a:off x="8430665" y="592159"/>
                <a:ext cx="25066" cy="24857"/>
              </a:xfrm>
              <a:custGeom>
                <a:rect b="b" l="l" r="r" t="t"/>
                <a:pathLst>
                  <a:path extrusionOk="0" h="1154" w="1155">
                    <a:moveTo>
                      <a:pt x="577" y="0"/>
                    </a:moveTo>
                    <a:lnTo>
                      <a:pt x="462" y="19"/>
                    </a:lnTo>
                    <a:lnTo>
                      <a:pt x="347" y="58"/>
                    </a:lnTo>
                    <a:lnTo>
                      <a:pt x="251" y="96"/>
                    </a:lnTo>
                    <a:lnTo>
                      <a:pt x="154" y="173"/>
                    </a:lnTo>
                    <a:lnTo>
                      <a:pt x="97" y="269"/>
                    </a:lnTo>
                    <a:lnTo>
                      <a:pt x="39" y="365"/>
                    </a:lnTo>
                    <a:lnTo>
                      <a:pt x="1" y="481"/>
                    </a:lnTo>
                    <a:lnTo>
                      <a:pt x="1" y="577"/>
                    </a:lnTo>
                    <a:lnTo>
                      <a:pt x="1" y="692"/>
                    </a:lnTo>
                    <a:lnTo>
                      <a:pt x="39" y="808"/>
                    </a:lnTo>
                    <a:lnTo>
                      <a:pt x="97" y="904"/>
                    </a:lnTo>
                    <a:lnTo>
                      <a:pt x="154" y="1000"/>
                    </a:lnTo>
                    <a:lnTo>
                      <a:pt x="251" y="1058"/>
                    </a:lnTo>
                    <a:lnTo>
                      <a:pt x="347" y="1115"/>
                    </a:lnTo>
                    <a:lnTo>
                      <a:pt x="462" y="1154"/>
                    </a:lnTo>
                    <a:lnTo>
                      <a:pt x="674" y="1154"/>
                    </a:lnTo>
                    <a:lnTo>
                      <a:pt x="789" y="1115"/>
                    </a:lnTo>
                    <a:lnTo>
                      <a:pt x="885" y="1058"/>
                    </a:lnTo>
                    <a:lnTo>
                      <a:pt x="981" y="1000"/>
                    </a:lnTo>
                    <a:lnTo>
                      <a:pt x="1058" y="904"/>
                    </a:lnTo>
                    <a:lnTo>
                      <a:pt x="1096" y="808"/>
                    </a:lnTo>
                    <a:lnTo>
                      <a:pt x="1135" y="692"/>
                    </a:lnTo>
                    <a:lnTo>
                      <a:pt x="1154" y="577"/>
                    </a:lnTo>
                    <a:lnTo>
                      <a:pt x="1135" y="481"/>
                    </a:lnTo>
                    <a:lnTo>
                      <a:pt x="1096" y="365"/>
                    </a:lnTo>
                    <a:lnTo>
                      <a:pt x="1058" y="269"/>
                    </a:lnTo>
                    <a:lnTo>
                      <a:pt x="981" y="173"/>
                    </a:lnTo>
                    <a:lnTo>
                      <a:pt x="885" y="96"/>
                    </a:lnTo>
                    <a:lnTo>
                      <a:pt x="789" y="58"/>
                    </a:lnTo>
                    <a:lnTo>
                      <a:pt x="674" y="19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6"/>
              <p:cNvSpPr/>
              <p:nvPr/>
            </p:nvSpPr>
            <p:spPr>
              <a:xfrm flipH="1" rot="5400000">
                <a:off x="8518476" y="503712"/>
                <a:ext cx="25045" cy="24857"/>
              </a:xfrm>
              <a:custGeom>
                <a:rect b="b" l="l" r="r" t="t"/>
                <a:pathLst>
                  <a:path extrusionOk="0" h="1154" w="1154">
                    <a:moveTo>
                      <a:pt x="577" y="0"/>
                    </a:moveTo>
                    <a:lnTo>
                      <a:pt x="462" y="20"/>
                    </a:lnTo>
                    <a:lnTo>
                      <a:pt x="366" y="39"/>
                    </a:lnTo>
                    <a:lnTo>
                      <a:pt x="250" y="97"/>
                    </a:lnTo>
                    <a:lnTo>
                      <a:pt x="173" y="174"/>
                    </a:lnTo>
                    <a:lnTo>
                      <a:pt x="96" y="270"/>
                    </a:lnTo>
                    <a:lnTo>
                      <a:pt x="39" y="366"/>
                    </a:lnTo>
                    <a:lnTo>
                      <a:pt x="20" y="462"/>
                    </a:lnTo>
                    <a:lnTo>
                      <a:pt x="0" y="577"/>
                    </a:lnTo>
                    <a:lnTo>
                      <a:pt x="20" y="693"/>
                    </a:lnTo>
                    <a:lnTo>
                      <a:pt x="39" y="789"/>
                    </a:lnTo>
                    <a:lnTo>
                      <a:pt x="96" y="904"/>
                    </a:lnTo>
                    <a:lnTo>
                      <a:pt x="173" y="981"/>
                    </a:lnTo>
                    <a:lnTo>
                      <a:pt x="250" y="1058"/>
                    </a:lnTo>
                    <a:lnTo>
                      <a:pt x="366" y="1116"/>
                    </a:lnTo>
                    <a:lnTo>
                      <a:pt x="462" y="1135"/>
                    </a:lnTo>
                    <a:lnTo>
                      <a:pt x="577" y="1154"/>
                    </a:lnTo>
                    <a:lnTo>
                      <a:pt x="692" y="1135"/>
                    </a:lnTo>
                    <a:lnTo>
                      <a:pt x="789" y="1116"/>
                    </a:lnTo>
                    <a:lnTo>
                      <a:pt x="885" y="1058"/>
                    </a:lnTo>
                    <a:lnTo>
                      <a:pt x="981" y="981"/>
                    </a:lnTo>
                    <a:lnTo>
                      <a:pt x="1058" y="904"/>
                    </a:lnTo>
                    <a:lnTo>
                      <a:pt x="1115" y="789"/>
                    </a:lnTo>
                    <a:lnTo>
                      <a:pt x="1135" y="693"/>
                    </a:lnTo>
                    <a:lnTo>
                      <a:pt x="1154" y="577"/>
                    </a:lnTo>
                    <a:lnTo>
                      <a:pt x="1135" y="462"/>
                    </a:lnTo>
                    <a:lnTo>
                      <a:pt x="1115" y="366"/>
                    </a:lnTo>
                    <a:lnTo>
                      <a:pt x="1058" y="270"/>
                    </a:lnTo>
                    <a:lnTo>
                      <a:pt x="981" y="174"/>
                    </a:lnTo>
                    <a:lnTo>
                      <a:pt x="885" y="97"/>
                    </a:lnTo>
                    <a:lnTo>
                      <a:pt x="789" y="39"/>
                    </a:lnTo>
                    <a:lnTo>
                      <a:pt x="692" y="20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6"/>
              <p:cNvSpPr/>
              <p:nvPr/>
            </p:nvSpPr>
            <p:spPr>
              <a:xfrm flipH="1" rot="5400000">
                <a:off x="8539391" y="228939"/>
                <a:ext cx="297932" cy="295701"/>
              </a:xfrm>
              <a:custGeom>
                <a:rect b="b" l="l" r="r" t="t"/>
                <a:pathLst>
                  <a:path extrusionOk="0" h="13728" w="13728">
                    <a:moveTo>
                      <a:pt x="6864" y="1"/>
                    </a:moveTo>
                    <a:lnTo>
                      <a:pt x="1" y="6864"/>
                    </a:lnTo>
                    <a:lnTo>
                      <a:pt x="6864" y="13727"/>
                    </a:lnTo>
                    <a:lnTo>
                      <a:pt x="13727" y="6864"/>
                    </a:lnTo>
                    <a:lnTo>
                      <a:pt x="686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4" name="Google Shape;434;p6"/>
          <p:cNvGrpSpPr/>
          <p:nvPr/>
        </p:nvGrpSpPr>
        <p:grpSpPr>
          <a:xfrm>
            <a:off x="225216" y="1296598"/>
            <a:ext cx="276638" cy="229911"/>
            <a:chOff x="3266679" y="4234561"/>
            <a:chExt cx="276638" cy="229911"/>
          </a:xfrm>
        </p:grpSpPr>
        <p:sp>
          <p:nvSpPr>
            <p:cNvPr id="435" name="Google Shape;435;p6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6"/>
          <p:cNvGrpSpPr/>
          <p:nvPr/>
        </p:nvGrpSpPr>
        <p:grpSpPr>
          <a:xfrm>
            <a:off x="225216" y="1634798"/>
            <a:ext cx="276638" cy="229911"/>
            <a:chOff x="3266679" y="4234561"/>
            <a:chExt cx="276638" cy="229911"/>
          </a:xfrm>
        </p:grpSpPr>
        <p:sp>
          <p:nvSpPr>
            <p:cNvPr id="445" name="Google Shape;445;p6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6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6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6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6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"/>
          <p:cNvSpPr txBox="1"/>
          <p:nvPr>
            <p:ph idx="1" type="body"/>
          </p:nvPr>
        </p:nvSpPr>
        <p:spPr>
          <a:xfrm>
            <a:off x="732580" y="1643775"/>
            <a:ext cx="4172700" cy="21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Light"/>
              <a:buChar char="●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115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56" name="Google Shape;456;p7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7" name="Google Shape;457;p7"/>
          <p:cNvSpPr/>
          <p:nvPr/>
        </p:nvSpPr>
        <p:spPr>
          <a:xfrm rot="-5400000">
            <a:off x="-99455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7"/>
          <p:cNvSpPr/>
          <p:nvPr/>
        </p:nvSpPr>
        <p:spPr>
          <a:xfrm flipH="1" rot="10800000">
            <a:off x="5665488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9" name="Google Shape;459;p7"/>
          <p:cNvGrpSpPr/>
          <p:nvPr/>
        </p:nvGrpSpPr>
        <p:grpSpPr>
          <a:xfrm flipH="1" rot="10800000">
            <a:off x="-15623" y="3634653"/>
            <a:ext cx="1457690" cy="2194639"/>
            <a:chOff x="1056052" y="3"/>
            <a:chExt cx="1457690" cy="2194639"/>
          </a:xfrm>
        </p:grpSpPr>
        <p:sp>
          <p:nvSpPr>
            <p:cNvPr id="460" name="Google Shape;460;p7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7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7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7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7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7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7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7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7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7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7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7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7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7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7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7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7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7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7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7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7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7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7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7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7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7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7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7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7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" name="Google Shape;492;p7"/>
          <p:cNvGrpSpPr/>
          <p:nvPr/>
        </p:nvGrpSpPr>
        <p:grpSpPr>
          <a:xfrm rot="5400000">
            <a:off x="7249179" y="683734"/>
            <a:ext cx="2578691" cy="1211207"/>
            <a:chOff x="-3921" y="-416630"/>
            <a:chExt cx="2578691" cy="1211207"/>
          </a:xfrm>
        </p:grpSpPr>
        <p:sp>
          <p:nvSpPr>
            <p:cNvPr id="493" name="Google Shape;493;p7"/>
            <p:cNvSpPr/>
            <p:nvPr/>
          </p:nvSpPr>
          <p:spPr>
            <a:xfrm flipH="1" rot="5400000">
              <a:off x="131260" y="-154586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7"/>
            <p:cNvSpPr/>
            <p:nvPr/>
          </p:nvSpPr>
          <p:spPr>
            <a:xfrm flipH="1" rot="5400000">
              <a:off x="131467" y="-154164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 flipH="1" rot="5400000">
              <a:off x="131261" y="-154377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 flipH="1" rot="5400000">
              <a:off x="131262" y="-149614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 flipH="1" rot="5400000">
              <a:off x="131467" y="-154373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 flipH="1" rot="5400000">
              <a:off x="131249" y="158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 flipH="1" rot="5400000">
              <a:off x="131465" y="717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 flipH="1" rot="5400000">
              <a:off x="131046" y="-9577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 flipH="1" rot="5400000">
              <a:off x="131250" y="-3987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 flipH="1" rot="5400000">
              <a:off x="272402" y="-413834"/>
              <a:ext cx="807333" cy="801740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 flipH="1" rot="5400000">
              <a:off x="537316" y="-150868"/>
              <a:ext cx="277488" cy="275820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 flipH="1" rot="5400000">
              <a:off x="1074136" y="-413823"/>
              <a:ext cx="807333" cy="801719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 flipH="1" rot="5400000">
              <a:off x="1474565" y="-9961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 flipH="1" rot="5400000">
              <a:off x="673046" y="-10166"/>
              <a:ext cx="807767" cy="801719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 flipH="1" rot="5400000">
              <a:off x="898980" y="-19134"/>
              <a:ext cx="355899" cy="801719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 flipH="1" rot="5400000">
              <a:off x="474116" y="191754"/>
              <a:ext cx="403905" cy="801740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 flipH="1" rot="5400000">
              <a:off x="1676713" y="-615540"/>
              <a:ext cx="403471" cy="801310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 flipH="1" rot="5400000">
              <a:off x="2352665" y="-490189"/>
              <a:ext cx="148532" cy="29568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 flipH="1" rot="5400000">
              <a:off x="875194" y="-615745"/>
              <a:ext cx="403471" cy="801719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2" name="Google Shape;512;p7"/>
          <p:cNvGrpSpPr/>
          <p:nvPr/>
        </p:nvGrpSpPr>
        <p:grpSpPr>
          <a:xfrm>
            <a:off x="187087" y="-13084"/>
            <a:ext cx="1052283" cy="1322192"/>
            <a:chOff x="3515716" y="5634203"/>
            <a:chExt cx="1052283" cy="1322192"/>
          </a:xfrm>
        </p:grpSpPr>
        <p:sp>
          <p:nvSpPr>
            <p:cNvPr id="513" name="Google Shape;513;p7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7"/>
          <p:cNvGrpSpPr/>
          <p:nvPr/>
        </p:nvGrpSpPr>
        <p:grpSpPr>
          <a:xfrm>
            <a:off x="8170282" y="2429348"/>
            <a:ext cx="520982" cy="623354"/>
            <a:chOff x="8430770" y="227823"/>
            <a:chExt cx="520982" cy="623354"/>
          </a:xfrm>
        </p:grpSpPr>
        <p:sp>
          <p:nvSpPr>
            <p:cNvPr id="528" name="Google Shape;528;p7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7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7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7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7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7"/>
          <p:cNvGrpSpPr/>
          <p:nvPr/>
        </p:nvGrpSpPr>
        <p:grpSpPr>
          <a:xfrm>
            <a:off x="4433679" y="135848"/>
            <a:ext cx="276638" cy="229911"/>
            <a:chOff x="3266679" y="4234561"/>
            <a:chExt cx="276638" cy="229911"/>
          </a:xfrm>
        </p:grpSpPr>
        <p:sp>
          <p:nvSpPr>
            <p:cNvPr id="542" name="Google Shape;542;p7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8"/>
          <p:cNvSpPr txBox="1"/>
          <p:nvPr>
            <p:ph type="title"/>
          </p:nvPr>
        </p:nvSpPr>
        <p:spPr>
          <a:xfrm>
            <a:off x="1280250" y="1506000"/>
            <a:ext cx="6583500" cy="21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3" name="Google Shape;553;p8"/>
          <p:cNvSpPr/>
          <p:nvPr/>
        </p:nvSpPr>
        <p:spPr>
          <a:xfrm flipH="1">
            <a:off x="-11" y="2"/>
            <a:ext cx="3791022" cy="1189527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8"/>
          <p:cNvSpPr/>
          <p:nvPr/>
        </p:nvSpPr>
        <p:spPr>
          <a:xfrm flipH="1" rot="10800000">
            <a:off x="5665488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5" name="Google Shape;555;p8"/>
          <p:cNvGrpSpPr/>
          <p:nvPr/>
        </p:nvGrpSpPr>
        <p:grpSpPr>
          <a:xfrm flipH="1" rot="10800000">
            <a:off x="-15623" y="2948853"/>
            <a:ext cx="1457690" cy="2194639"/>
            <a:chOff x="1056052" y="3"/>
            <a:chExt cx="1457690" cy="2194639"/>
          </a:xfrm>
        </p:grpSpPr>
        <p:sp>
          <p:nvSpPr>
            <p:cNvPr id="556" name="Google Shape;556;p8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8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8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8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8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8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8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8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8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8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8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8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8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8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8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8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8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8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8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8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8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8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8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8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8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8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8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8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8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8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8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8" name="Google Shape;588;p8"/>
          <p:cNvGrpSpPr/>
          <p:nvPr/>
        </p:nvGrpSpPr>
        <p:grpSpPr>
          <a:xfrm>
            <a:off x="6565429" y="-9616"/>
            <a:ext cx="2578691" cy="1211207"/>
            <a:chOff x="-3921" y="-416630"/>
            <a:chExt cx="2578691" cy="1211207"/>
          </a:xfrm>
        </p:grpSpPr>
        <p:sp>
          <p:nvSpPr>
            <p:cNvPr id="589" name="Google Shape;589;p8"/>
            <p:cNvSpPr/>
            <p:nvPr/>
          </p:nvSpPr>
          <p:spPr>
            <a:xfrm flipH="1" rot="5400000">
              <a:off x="131260" y="-154586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 flipH="1" rot="5400000">
              <a:off x="131467" y="-154164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 flipH="1" rot="5400000">
              <a:off x="131261" y="-154377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 flipH="1" rot="5400000">
              <a:off x="131262" y="-149614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 flipH="1" rot="5400000">
              <a:off x="131467" y="-154373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 flipH="1" rot="5400000">
              <a:off x="131249" y="158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 flipH="1" rot="5400000">
              <a:off x="131465" y="717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 flipH="1" rot="5400000">
              <a:off x="131046" y="-9577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 flipH="1" rot="5400000">
              <a:off x="131250" y="-3987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 flipH="1" rot="5400000">
              <a:off x="272402" y="-413834"/>
              <a:ext cx="807333" cy="801740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 flipH="1" rot="5400000">
              <a:off x="537316" y="-150868"/>
              <a:ext cx="277488" cy="275820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 flipH="1" rot="5400000">
              <a:off x="1074136" y="-413823"/>
              <a:ext cx="807333" cy="801719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 flipH="1" rot="5400000">
              <a:off x="1474565" y="-9961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 flipH="1" rot="5400000">
              <a:off x="673046" y="-10166"/>
              <a:ext cx="807767" cy="801719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 flipH="1" rot="5400000">
              <a:off x="898980" y="-19134"/>
              <a:ext cx="355899" cy="801719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 flipH="1" rot="5400000">
              <a:off x="474116" y="191754"/>
              <a:ext cx="403905" cy="801740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 flipH="1" rot="5400000">
              <a:off x="1676713" y="-615540"/>
              <a:ext cx="403471" cy="801310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 flipH="1" rot="5400000">
              <a:off x="2352665" y="-490189"/>
              <a:ext cx="148532" cy="29568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 flipH="1" rot="5400000">
              <a:off x="875194" y="-615745"/>
              <a:ext cx="403471" cy="801719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"/>
          <p:cNvSpPr txBox="1"/>
          <p:nvPr>
            <p:ph type="title"/>
          </p:nvPr>
        </p:nvSpPr>
        <p:spPr>
          <a:xfrm>
            <a:off x="1540200" y="2650039"/>
            <a:ext cx="6063600" cy="73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0" name="Google Shape;610;p9"/>
          <p:cNvSpPr txBox="1"/>
          <p:nvPr>
            <p:ph idx="1" type="subTitle"/>
          </p:nvPr>
        </p:nvSpPr>
        <p:spPr>
          <a:xfrm>
            <a:off x="1540200" y="3345904"/>
            <a:ext cx="60636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9"/>
          <p:cNvSpPr/>
          <p:nvPr/>
        </p:nvSpPr>
        <p:spPr>
          <a:xfrm flipH="1">
            <a:off x="-11" y="2"/>
            <a:ext cx="3791022" cy="1189527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9"/>
          <p:cNvSpPr/>
          <p:nvPr/>
        </p:nvSpPr>
        <p:spPr>
          <a:xfrm flipH="1" rot="10800000">
            <a:off x="5665488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3" name="Google Shape;613;p9"/>
          <p:cNvGrpSpPr/>
          <p:nvPr/>
        </p:nvGrpSpPr>
        <p:grpSpPr>
          <a:xfrm flipH="1">
            <a:off x="7701927" y="3"/>
            <a:ext cx="1457690" cy="1490836"/>
            <a:chOff x="-15623" y="3787053"/>
            <a:chExt cx="1457690" cy="1490836"/>
          </a:xfrm>
        </p:grpSpPr>
        <p:sp>
          <p:nvSpPr>
            <p:cNvPr id="614" name="Google Shape;614;p9"/>
            <p:cNvSpPr/>
            <p:nvPr/>
          </p:nvSpPr>
          <p:spPr>
            <a:xfrm rot="10800000">
              <a:off x="1420893" y="503221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9"/>
            <p:cNvSpPr/>
            <p:nvPr/>
          </p:nvSpPr>
          <p:spPr>
            <a:xfrm rot="10800000">
              <a:off x="1346188" y="510693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9"/>
            <p:cNvSpPr/>
            <p:nvPr/>
          </p:nvSpPr>
          <p:spPr>
            <a:xfrm rot="10800000">
              <a:off x="1271465" y="518164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9"/>
            <p:cNvSpPr/>
            <p:nvPr/>
          </p:nvSpPr>
          <p:spPr>
            <a:xfrm rot="10800000">
              <a:off x="1196394" y="5256715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9"/>
            <p:cNvSpPr/>
            <p:nvPr/>
          </p:nvSpPr>
          <p:spPr>
            <a:xfrm rot="10800000">
              <a:off x="1354988" y="496631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9"/>
            <p:cNvSpPr/>
            <p:nvPr/>
          </p:nvSpPr>
          <p:spPr>
            <a:xfrm rot="10800000">
              <a:off x="1280283" y="5041033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9"/>
            <p:cNvSpPr/>
            <p:nvPr/>
          </p:nvSpPr>
          <p:spPr>
            <a:xfrm rot="10800000">
              <a:off x="1205560" y="511573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9"/>
            <p:cNvSpPr/>
            <p:nvPr/>
          </p:nvSpPr>
          <p:spPr>
            <a:xfrm rot="10800000">
              <a:off x="1130488" y="5190810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9"/>
            <p:cNvSpPr/>
            <p:nvPr/>
          </p:nvSpPr>
          <p:spPr>
            <a:xfrm rot="10800000">
              <a:off x="1289083" y="4900404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9"/>
            <p:cNvSpPr/>
            <p:nvPr/>
          </p:nvSpPr>
          <p:spPr>
            <a:xfrm rot="10800000">
              <a:off x="1214378" y="497512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9"/>
            <p:cNvSpPr/>
            <p:nvPr/>
          </p:nvSpPr>
          <p:spPr>
            <a:xfrm rot="10800000">
              <a:off x="1223177" y="4834499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9"/>
            <p:cNvSpPr/>
            <p:nvPr/>
          </p:nvSpPr>
          <p:spPr>
            <a:xfrm rot="10800000">
              <a:off x="1148472" y="490922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9"/>
            <p:cNvSpPr/>
            <p:nvPr/>
          </p:nvSpPr>
          <p:spPr>
            <a:xfrm rot="10800000">
              <a:off x="300503" y="3807146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9"/>
            <p:cNvSpPr/>
            <p:nvPr/>
          </p:nvSpPr>
          <p:spPr>
            <a:xfrm rot="10800000">
              <a:off x="253278" y="3854370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9"/>
            <p:cNvSpPr/>
            <p:nvPr/>
          </p:nvSpPr>
          <p:spPr>
            <a:xfrm rot="10800000">
              <a:off x="324115" y="3787053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9"/>
            <p:cNvSpPr/>
            <p:nvPr/>
          </p:nvSpPr>
          <p:spPr>
            <a:xfrm rot="10800000">
              <a:off x="276890" y="3830758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9"/>
            <p:cNvSpPr/>
            <p:nvPr/>
          </p:nvSpPr>
          <p:spPr>
            <a:xfrm rot="10800000">
              <a:off x="394952" y="3856479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9"/>
            <p:cNvSpPr/>
            <p:nvPr/>
          </p:nvSpPr>
          <p:spPr>
            <a:xfrm rot="10800000">
              <a:off x="347727" y="3808906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9"/>
            <p:cNvSpPr/>
            <p:nvPr/>
          </p:nvSpPr>
          <p:spPr>
            <a:xfrm rot="10800000">
              <a:off x="371339" y="3832866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9"/>
            <p:cNvSpPr/>
            <p:nvPr/>
          </p:nvSpPr>
          <p:spPr>
            <a:xfrm rot="10800000">
              <a:off x="915503" y="4927885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9"/>
            <p:cNvSpPr/>
            <p:nvPr/>
          </p:nvSpPr>
          <p:spPr>
            <a:xfrm rot="10800000">
              <a:off x="-15623" y="4024588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9"/>
            <p:cNvSpPr/>
            <p:nvPr/>
          </p:nvSpPr>
          <p:spPr>
            <a:xfrm rot="10800000">
              <a:off x="208162" y="4248391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9"/>
            <p:cNvSpPr/>
            <p:nvPr/>
          </p:nvSpPr>
          <p:spPr>
            <a:xfrm rot="10800000">
              <a:off x="325178" y="4365755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9"/>
            <p:cNvSpPr/>
            <p:nvPr/>
          </p:nvSpPr>
          <p:spPr>
            <a:xfrm rot="10800000">
              <a:off x="508448" y="4365755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9"/>
            <p:cNvSpPr/>
            <p:nvPr/>
          </p:nvSpPr>
          <p:spPr>
            <a:xfrm rot="10800000">
              <a:off x="-15623" y="4365755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Google Shape;639;p9"/>
          <p:cNvGrpSpPr/>
          <p:nvPr/>
        </p:nvGrpSpPr>
        <p:grpSpPr>
          <a:xfrm flipH="1" rot="10800000">
            <a:off x="-15623" y="2948853"/>
            <a:ext cx="1457690" cy="2194639"/>
            <a:chOff x="1056052" y="3"/>
            <a:chExt cx="1457690" cy="2194639"/>
          </a:xfrm>
        </p:grpSpPr>
        <p:sp>
          <p:nvSpPr>
            <p:cNvPr id="640" name="Google Shape;640;p9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9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9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9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9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9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9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9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9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9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9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9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9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9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9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9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9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9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9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9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9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9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9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9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9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9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9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9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9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9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9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9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2" name="Google Shape;672;p9"/>
          <p:cNvGrpSpPr/>
          <p:nvPr/>
        </p:nvGrpSpPr>
        <p:grpSpPr>
          <a:xfrm>
            <a:off x="187087" y="1524241"/>
            <a:ext cx="1052283" cy="1322192"/>
            <a:chOff x="3515716" y="5634203"/>
            <a:chExt cx="1052283" cy="1322192"/>
          </a:xfrm>
        </p:grpSpPr>
        <p:sp>
          <p:nvSpPr>
            <p:cNvPr id="673" name="Google Shape;673;p9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9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9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9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9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9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9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9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9"/>
          <p:cNvGrpSpPr/>
          <p:nvPr/>
        </p:nvGrpSpPr>
        <p:grpSpPr>
          <a:xfrm>
            <a:off x="8547132" y="1313023"/>
            <a:ext cx="520982" cy="623354"/>
            <a:chOff x="8430770" y="227823"/>
            <a:chExt cx="520982" cy="623354"/>
          </a:xfrm>
        </p:grpSpPr>
        <p:sp>
          <p:nvSpPr>
            <p:cNvPr id="688" name="Google Shape;688;p9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0"/>
          <p:cNvSpPr/>
          <p:nvPr/>
        </p:nvSpPr>
        <p:spPr>
          <a:xfrm rot="10800000">
            <a:off x="113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0"/>
          <p:cNvSpPr txBox="1"/>
          <p:nvPr>
            <p:ph type="title"/>
          </p:nvPr>
        </p:nvSpPr>
        <p:spPr>
          <a:xfrm>
            <a:off x="713225" y="456796"/>
            <a:ext cx="3684900" cy="190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04" name="Google Shape;704;p10"/>
          <p:cNvGrpSpPr/>
          <p:nvPr/>
        </p:nvGrpSpPr>
        <p:grpSpPr>
          <a:xfrm flipH="1">
            <a:off x="7701927" y="3"/>
            <a:ext cx="1457690" cy="2194639"/>
            <a:chOff x="1056052" y="3"/>
            <a:chExt cx="1457690" cy="2194639"/>
          </a:xfrm>
        </p:grpSpPr>
        <p:sp>
          <p:nvSpPr>
            <p:cNvPr id="705" name="Google Shape;705;p10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0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0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0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0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0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0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0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0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0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0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0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0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0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0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0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0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0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0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0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0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0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0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0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0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0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0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0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0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0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0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0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7" name="Google Shape;737;p10"/>
          <p:cNvGrpSpPr/>
          <p:nvPr/>
        </p:nvGrpSpPr>
        <p:grpSpPr>
          <a:xfrm>
            <a:off x="279003" y="3710603"/>
            <a:ext cx="1052283" cy="1322192"/>
            <a:chOff x="3515716" y="5634203"/>
            <a:chExt cx="1052283" cy="1322192"/>
          </a:xfrm>
        </p:grpSpPr>
        <p:sp>
          <p:nvSpPr>
            <p:cNvPr id="738" name="Google Shape;738;p10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0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0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0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0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0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0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0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0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0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0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0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0"/>
            <p:cNvSpPr/>
            <p:nvPr/>
          </p:nvSpPr>
          <p:spPr>
            <a:xfrm flipH="1" rot="-5400000">
              <a:off x="4161446" y="59607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0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1"/>
          <p:cNvSpPr txBox="1"/>
          <p:nvPr>
            <p:ph hasCustomPrompt="1" type="title"/>
          </p:nvPr>
        </p:nvSpPr>
        <p:spPr>
          <a:xfrm>
            <a:off x="1942624" y="1486150"/>
            <a:ext cx="5259000" cy="18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500">
                <a:highlight>
                  <a:schemeClr val="l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54" name="Google Shape;754;p11"/>
          <p:cNvSpPr txBox="1"/>
          <p:nvPr>
            <p:ph idx="1" type="subTitle"/>
          </p:nvPr>
        </p:nvSpPr>
        <p:spPr>
          <a:xfrm>
            <a:off x="1941300" y="3291649"/>
            <a:ext cx="5261400" cy="36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55" name="Google Shape;755;p11"/>
          <p:cNvSpPr/>
          <p:nvPr/>
        </p:nvSpPr>
        <p:spPr>
          <a:xfrm flipH="1">
            <a:off x="-11" y="2"/>
            <a:ext cx="3791022" cy="1189527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1"/>
          <p:cNvSpPr/>
          <p:nvPr/>
        </p:nvSpPr>
        <p:spPr>
          <a:xfrm flipH="1" rot="10800000">
            <a:off x="5665488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7" name="Google Shape;757;p11"/>
          <p:cNvGrpSpPr/>
          <p:nvPr/>
        </p:nvGrpSpPr>
        <p:grpSpPr>
          <a:xfrm flipH="1" rot="-5400000">
            <a:off x="-683746" y="3248559"/>
            <a:ext cx="2578691" cy="1211207"/>
            <a:chOff x="-3921" y="-416630"/>
            <a:chExt cx="2578691" cy="1211207"/>
          </a:xfrm>
        </p:grpSpPr>
        <p:sp>
          <p:nvSpPr>
            <p:cNvPr id="758" name="Google Shape;758;p11"/>
            <p:cNvSpPr/>
            <p:nvPr/>
          </p:nvSpPr>
          <p:spPr>
            <a:xfrm flipH="1" rot="5400000">
              <a:off x="131260" y="-154586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1"/>
            <p:cNvSpPr/>
            <p:nvPr/>
          </p:nvSpPr>
          <p:spPr>
            <a:xfrm flipH="1" rot="5400000">
              <a:off x="131467" y="-154164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1"/>
            <p:cNvSpPr/>
            <p:nvPr/>
          </p:nvSpPr>
          <p:spPr>
            <a:xfrm flipH="1" rot="5400000">
              <a:off x="131261" y="-154377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1"/>
            <p:cNvSpPr/>
            <p:nvPr/>
          </p:nvSpPr>
          <p:spPr>
            <a:xfrm flipH="1" rot="5400000">
              <a:off x="131262" y="-149614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1"/>
            <p:cNvSpPr/>
            <p:nvPr/>
          </p:nvSpPr>
          <p:spPr>
            <a:xfrm flipH="1" rot="5400000">
              <a:off x="131467" y="-154373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1"/>
            <p:cNvSpPr/>
            <p:nvPr/>
          </p:nvSpPr>
          <p:spPr>
            <a:xfrm flipH="1" rot="5400000">
              <a:off x="131249" y="158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1"/>
            <p:cNvSpPr/>
            <p:nvPr/>
          </p:nvSpPr>
          <p:spPr>
            <a:xfrm flipH="1" rot="5400000">
              <a:off x="131465" y="717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1"/>
            <p:cNvSpPr/>
            <p:nvPr/>
          </p:nvSpPr>
          <p:spPr>
            <a:xfrm flipH="1" rot="5400000">
              <a:off x="131046" y="-9577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1"/>
            <p:cNvSpPr/>
            <p:nvPr/>
          </p:nvSpPr>
          <p:spPr>
            <a:xfrm flipH="1" rot="5400000">
              <a:off x="131250" y="-3987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1"/>
            <p:cNvSpPr/>
            <p:nvPr/>
          </p:nvSpPr>
          <p:spPr>
            <a:xfrm flipH="1" rot="5400000">
              <a:off x="272402" y="-413834"/>
              <a:ext cx="807333" cy="801740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1"/>
            <p:cNvSpPr/>
            <p:nvPr/>
          </p:nvSpPr>
          <p:spPr>
            <a:xfrm flipH="1" rot="5400000">
              <a:off x="537316" y="-150868"/>
              <a:ext cx="277488" cy="275820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1"/>
            <p:cNvSpPr/>
            <p:nvPr/>
          </p:nvSpPr>
          <p:spPr>
            <a:xfrm flipH="1" rot="5400000">
              <a:off x="1074136" y="-413823"/>
              <a:ext cx="807333" cy="801719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1"/>
            <p:cNvSpPr/>
            <p:nvPr/>
          </p:nvSpPr>
          <p:spPr>
            <a:xfrm flipH="1" rot="5400000">
              <a:off x="1474565" y="-9961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1"/>
            <p:cNvSpPr/>
            <p:nvPr/>
          </p:nvSpPr>
          <p:spPr>
            <a:xfrm flipH="1" rot="5400000">
              <a:off x="673046" y="-10166"/>
              <a:ext cx="807767" cy="801719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1"/>
            <p:cNvSpPr/>
            <p:nvPr/>
          </p:nvSpPr>
          <p:spPr>
            <a:xfrm flipH="1" rot="5400000">
              <a:off x="898980" y="-19134"/>
              <a:ext cx="355899" cy="801719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1"/>
            <p:cNvSpPr/>
            <p:nvPr/>
          </p:nvSpPr>
          <p:spPr>
            <a:xfrm flipH="1" rot="5400000">
              <a:off x="474116" y="191754"/>
              <a:ext cx="403905" cy="801740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1"/>
            <p:cNvSpPr/>
            <p:nvPr/>
          </p:nvSpPr>
          <p:spPr>
            <a:xfrm flipH="1" rot="5400000">
              <a:off x="1676713" y="-615540"/>
              <a:ext cx="403471" cy="801310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1"/>
            <p:cNvSpPr/>
            <p:nvPr/>
          </p:nvSpPr>
          <p:spPr>
            <a:xfrm flipH="1" rot="5400000">
              <a:off x="2352665" y="-490189"/>
              <a:ext cx="148532" cy="29568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1"/>
            <p:cNvSpPr/>
            <p:nvPr/>
          </p:nvSpPr>
          <p:spPr>
            <a:xfrm flipH="1" rot="5400000">
              <a:off x="875194" y="-615745"/>
              <a:ext cx="403471" cy="801719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7" name="Google Shape;777;p11"/>
          <p:cNvGrpSpPr/>
          <p:nvPr/>
        </p:nvGrpSpPr>
        <p:grpSpPr>
          <a:xfrm>
            <a:off x="6565429" y="-9616"/>
            <a:ext cx="2578691" cy="1211207"/>
            <a:chOff x="-3921" y="-416630"/>
            <a:chExt cx="2578691" cy="1211207"/>
          </a:xfrm>
        </p:grpSpPr>
        <p:sp>
          <p:nvSpPr>
            <p:cNvPr id="778" name="Google Shape;778;p11"/>
            <p:cNvSpPr/>
            <p:nvPr/>
          </p:nvSpPr>
          <p:spPr>
            <a:xfrm flipH="1" rot="5400000">
              <a:off x="131260" y="-154586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1"/>
            <p:cNvSpPr/>
            <p:nvPr/>
          </p:nvSpPr>
          <p:spPr>
            <a:xfrm flipH="1" rot="5400000">
              <a:off x="131467" y="-154164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1"/>
            <p:cNvSpPr/>
            <p:nvPr/>
          </p:nvSpPr>
          <p:spPr>
            <a:xfrm flipH="1" rot="5400000">
              <a:off x="131261" y="-154377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1"/>
            <p:cNvSpPr/>
            <p:nvPr/>
          </p:nvSpPr>
          <p:spPr>
            <a:xfrm flipH="1" rot="5400000">
              <a:off x="131262" y="-149614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1"/>
            <p:cNvSpPr/>
            <p:nvPr/>
          </p:nvSpPr>
          <p:spPr>
            <a:xfrm flipH="1" rot="5400000">
              <a:off x="131467" y="-154373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1"/>
            <p:cNvSpPr/>
            <p:nvPr/>
          </p:nvSpPr>
          <p:spPr>
            <a:xfrm flipH="1" rot="5400000">
              <a:off x="131249" y="158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1"/>
            <p:cNvSpPr/>
            <p:nvPr/>
          </p:nvSpPr>
          <p:spPr>
            <a:xfrm flipH="1" rot="5400000">
              <a:off x="131465" y="717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 flipH="1" rot="5400000">
              <a:off x="131046" y="-9577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 flipH="1" rot="5400000">
              <a:off x="131250" y="-3987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 flipH="1" rot="5400000">
              <a:off x="272402" y="-413834"/>
              <a:ext cx="807333" cy="801740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 flipH="1" rot="5400000">
              <a:off x="537316" y="-150868"/>
              <a:ext cx="277488" cy="275820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 flipH="1" rot="5400000">
              <a:off x="1074136" y="-413823"/>
              <a:ext cx="807333" cy="801719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 flipH="1" rot="5400000">
              <a:off x="1474565" y="-9961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 flipH="1" rot="5400000">
              <a:off x="673046" y="-10166"/>
              <a:ext cx="807767" cy="801719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 flipH="1" rot="5400000">
              <a:off x="898980" y="-19134"/>
              <a:ext cx="355899" cy="801719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 flipH="1" rot="5400000">
              <a:off x="474116" y="191754"/>
              <a:ext cx="403905" cy="801740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 flipH="1" rot="5400000">
              <a:off x="1676713" y="-615540"/>
              <a:ext cx="403471" cy="801310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 flipH="1" rot="5400000">
              <a:off x="2352665" y="-490189"/>
              <a:ext cx="148532" cy="29568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 flipH="1" rot="5400000">
              <a:off x="875194" y="-615745"/>
              <a:ext cx="403471" cy="801719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7" name="Google Shape;797;p11"/>
          <p:cNvGrpSpPr/>
          <p:nvPr/>
        </p:nvGrpSpPr>
        <p:grpSpPr>
          <a:xfrm>
            <a:off x="114532" y="1879036"/>
            <a:ext cx="520982" cy="623354"/>
            <a:chOff x="8430770" y="227823"/>
            <a:chExt cx="520982" cy="623354"/>
          </a:xfrm>
        </p:grpSpPr>
        <p:sp>
          <p:nvSpPr>
            <p:cNvPr id="798" name="Google Shape;798;p11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11"/>
          <p:cNvGrpSpPr/>
          <p:nvPr/>
        </p:nvGrpSpPr>
        <p:grpSpPr>
          <a:xfrm>
            <a:off x="8430782" y="1255661"/>
            <a:ext cx="520982" cy="623354"/>
            <a:chOff x="8430770" y="227823"/>
            <a:chExt cx="520982" cy="623354"/>
          </a:xfrm>
        </p:grpSpPr>
        <p:sp>
          <p:nvSpPr>
            <p:cNvPr id="812" name="Google Shape;812;p11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1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1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1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2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3"/>
          <p:cNvSpPr txBox="1"/>
          <p:nvPr>
            <p:ph type="title"/>
          </p:nvPr>
        </p:nvSpPr>
        <p:spPr>
          <a:xfrm>
            <a:off x="1963623" y="1644775"/>
            <a:ext cx="2407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28" name="Google Shape;828;p13"/>
          <p:cNvSpPr txBox="1"/>
          <p:nvPr>
            <p:ph idx="1" type="subTitle"/>
          </p:nvPr>
        </p:nvSpPr>
        <p:spPr>
          <a:xfrm>
            <a:off x="1963623" y="1858512"/>
            <a:ext cx="24072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9" name="Google Shape;829;p13"/>
          <p:cNvSpPr txBox="1"/>
          <p:nvPr>
            <p:ph idx="2" type="title"/>
          </p:nvPr>
        </p:nvSpPr>
        <p:spPr>
          <a:xfrm flipH="1">
            <a:off x="5835171" y="1644775"/>
            <a:ext cx="2407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0" name="Google Shape;830;p13"/>
          <p:cNvSpPr txBox="1"/>
          <p:nvPr>
            <p:ph idx="3" type="subTitle"/>
          </p:nvPr>
        </p:nvSpPr>
        <p:spPr>
          <a:xfrm flipH="1">
            <a:off x="5835171" y="1858515"/>
            <a:ext cx="2406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1" name="Google Shape;831;p13"/>
          <p:cNvSpPr txBox="1"/>
          <p:nvPr>
            <p:ph hasCustomPrompt="1" idx="4" type="title"/>
          </p:nvPr>
        </p:nvSpPr>
        <p:spPr>
          <a:xfrm>
            <a:off x="1065279" y="1843150"/>
            <a:ext cx="734700" cy="365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2" name="Google Shape;832;p13"/>
          <p:cNvSpPr txBox="1"/>
          <p:nvPr>
            <p:ph hasCustomPrompt="1" idx="5" type="title"/>
          </p:nvPr>
        </p:nvSpPr>
        <p:spPr>
          <a:xfrm flipH="1">
            <a:off x="4940254" y="1843150"/>
            <a:ext cx="734700" cy="365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3" name="Google Shape;833;p13"/>
          <p:cNvSpPr txBox="1"/>
          <p:nvPr>
            <p:ph idx="6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4" name="Google Shape;834;p13"/>
          <p:cNvSpPr txBox="1"/>
          <p:nvPr>
            <p:ph idx="7" type="title"/>
          </p:nvPr>
        </p:nvSpPr>
        <p:spPr>
          <a:xfrm>
            <a:off x="1963623" y="3177870"/>
            <a:ext cx="2407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5" name="Google Shape;835;p13"/>
          <p:cNvSpPr txBox="1"/>
          <p:nvPr>
            <p:ph idx="8" type="subTitle"/>
          </p:nvPr>
        </p:nvSpPr>
        <p:spPr>
          <a:xfrm>
            <a:off x="1963623" y="3392845"/>
            <a:ext cx="24075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6" name="Google Shape;836;p13"/>
          <p:cNvSpPr txBox="1"/>
          <p:nvPr>
            <p:ph idx="9" type="title"/>
          </p:nvPr>
        </p:nvSpPr>
        <p:spPr>
          <a:xfrm flipH="1">
            <a:off x="5835171" y="3177853"/>
            <a:ext cx="2407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7" name="Google Shape;837;p13"/>
          <p:cNvSpPr txBox="1"/>
          <p:nvPr>
            <p:ph idx="13" type="subTitle"/>
          </p:nvPr>
        </p:nvSpPr>
        <p:spPr>
          <a:xfrm flipH="1">
            <a:off x="5835171" y="3392828"/>
            <a:ext cx="2406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8" name="Google Shape;838;p13"/>
          <p:cNvSpPr txBox="1"/>
          <p:nvPr>
            <p:ph hasCustomPrompt="1" idx="14" type="title"/>
          </p:nvPr>
        </p:nvSpPr>
        <p:spPr>
          <a:xfrm>
            <a:off x="1065279" y="3390000"/>
            <a:ext cx="734700" cy="365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9" name="Google Shape;839;p13"/>
          <p:cNvSpPr txBox="1"/>
          <p:nvPr>
            <p:ph hasCustomPrompt="1" idx="15" type="title"/>
          </p:nvPr>
        </p:nvSpPr>
        <p:spPr>
          <a:xfrm flipH="1">
            <a:off x="4940254" y="3390000"/>
            <a:ext cx="734700" cy="365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840" name="Google Shape;840;p13"/>
          <p:cNvGrpSpPr/>
          <p:nvPr/>
        </p:nvGrpSpPr>
        <p:grpSpPr>
          <a:xfrm rot="5400000">
            <a:off x="7317827" y="-368472"/>
            <a:ext cx="1457690" cy="2194639"/>
            <a:chOff x="1056052" y="3"/>
            <a:chExt cx="1457690" cy="2194639"/>
          </a:xfrm>
        </p:grpSpPr>
        <p:sp>
          <p:nvSpPr>
            <p:cNvPr id="841" name="Google Shape;841;p13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3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3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3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3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3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3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3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3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3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3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3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3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3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3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3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3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3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3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3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3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3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3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3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3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3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3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3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3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3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3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3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3" name="Google Shape;873;p13"/>
          <p:cNvGrpSpPr/>
          <p:nvPr/>
        </p:nvGrpSpPr>
        <p:grpSpPr>
          <a:xfrm>
            <a:off x="-15623" y="3558453"/>
            <a:ext cx="1457690" cy="1490836"/>
            <a:chOff x="-15623" y="3787053"/>
            <a:chExt cx="1457690" cy="1490836"/>
          </a:xfrm>
        </p:grpSpPr>
        <p:sp>
          <p:nvSpPr>
            <p:cNvPr id="874" name="Google Shape;874;p13"/>
            <p:cNvSpPr/>
            <p:nvPr/>
          </p:nvSpPr>
          <p:spPr>
            <a:xfrm rot="10800000">
              <a:off x="1420893" y="503221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3"/>
            <p:cNvSpPr/>
            <p:nvPr/>
          </p:nvSpPr>
          <p:spPr>
            <a:xfrm rot="10800000">
              <a:off x="1346188" y="510693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3"/>
            <p:cNvSpPr/>
            <p:nvPr/>
          </p:nvSpPr>
          <p:spPr>
            <a:xfrm rot="10800000">
              <a:off x="1271465" y="518164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3"/>
            <p:cNvSpPr/>
            <p:nvPr/>
          </p:nvSpPr>
          <p:spPr>
            <a:xfrm rot="10800000">
              <a:off x="1196394" y="5256715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3"/>
            <p:cNvSpPr/>
            <p:nvPr/>
          </p:nvSpPr>
          <p:spPr>
            <a:xfrm rot="10800000">
              <a:off x="1354988" y="496631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3"/>
            <p:cNvSpPr/>
            <p:nvPr/>
          </p:nvSpPr>
          <p:spPr>
            <a:xfrm rot="10800000">
              <a:off x="1280283" y="5041033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3"/>
            <p:cNvSpPr/>
            <p:nvPr/>
          </p:nvSpPr>
          <p:spPr>
            <a:xfrm rot="10800000">
              <a:off x="1205560" y="511573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3"/>
            <p:cNvSpPr/>
            <p:nvPr/>
          </p:nvSpPr>
          <p:spPr>
            <a:xfrm rot="10800000">
              <a:off x="1130488" y="5190810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3"/>
            <p:cNvSpPr/>
            <p:nvPr/>
          </p:nvSpPr>
          <p:spPr>
            <a:xfrm rot="10800000">
              <a:off x="1289083" y="4900404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3"/>
            <p:cNvSpPr/>
            <p:nvPr/>
          </p:nvSpPr>
          <p:spPr>
            <a:xfrm rot="10800000">
              <a:off x="1214378" y="497512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3"/>
            <p:cNvSpPr/>
            <p:nvPr/>
          </p:nvSpPr>
          <p:spPr>
            <a:xfrm rot="10800000">
              <a:off x="1223177" y="4834499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3"/>
            <p:cNvSpPr/>
            <p:nvPr/>
          </p:nvSpPr>
          <p:spPr>
            <a:xfrm rot="10800000">
              <a:off x="1148472" y="490922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3"/>
            <p:cNvSpPr/>
            <p:nvPr/>
          </p:nvSpPr>
          <p:spPr>
            <a:xfrm rot="10800000">
              <a:off x="300503" y="3807146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3"/>
            <p:cNvSpPr/>
            <p:nvPr/>
          </p:nvSpPr>
          <p:spPr>
            <a:xfrm rot="10800000">
              <a:off x="253278" y="3854370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3"/>
            <p:cNvSpPr/>
            <p:nvPr/>
          </p:nvSpPr>
          <p:spPr>
            <a:xfrm rot="10800000">
              <a:off x="324115" y="3787053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3"/>
            <p:cNvSpPr/>
            <p:nvPr/>
          </p:nvSpPr>
          <p:spPr>
            <a:xfrm rot="10800000">
              <a:off x="276890" y="3830758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3"/>
            <p:cNvSpPr/>
            <p:nvPr/>
          </p:nvSpPr>
          <p:spPr>
            <a:xfrm rot="10800000">
              <a:off x="394952" y="3856479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3"/>
            <p:cNvSpPr/>
            <p:nvPr/>
          </p:nvSpPr>
          <p:spPr>
            <a:xfrm rot="10800000">
              <a:off x="347727" y="3808906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3"/>
            <p:cNvSpPr/>
            <p:nvPr/>
          </p:nvSpPr>
          <p:spPr>
            <a:xfrm rot="10800000">
              <a:off x="371339" y="3832866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3"/>
            <p:cNvSpPr/>
            <p:nvPr/>
          </p:nvSpPr>
          <p:spPr>
            <a:xfrm rot="10800000">
              <a:off x="915503" y="4927885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3"/>
            <p:cNvSpPr/>
            <p:nvPr/>
          </p:nvSpPr>
          <p:spPr>
            <a:xfrm rot="10800000">
              <a:off x="-15623" y="4024588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3"/>
            <p:cNvSpPr/>
            <p:nvPr/>
          </p:nvSpPr>
          <p:spPr>
            <a:xfrm rot="10800000">
              <a:off x="208162" y="4248391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3"/>
            <p:cNvSpPr/>
            <p:nvPr/>
          </p:nvSpPr>
          <p:spPr>
            <a:xfrm rot="10800000">
              <a:off x="325178" y="4365755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3"/>
            <p:cNvSpPr/>
            <p:nvPr/>
          </p:nvSpPr>
          <p:spPr>
            <a:xfrm rot="10800000">
              <a:off x="508448" y="4365755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3"/>
            <p:cNvSpPr/>
            <p:nvPr/>
          </p:nvSpPr>
          <p:spPr>
            <a:xfrm rot="10800000">
              <a:off x="-15623" y="4365755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9" name="Google Shape;899;p13"/>
          <p:cNvGrpSpPr/>
          <p:nvPr/>
        </p:nvGrpSpPr>
        <p:grpSpPr>
          <a:xfrm>
            <a:off x="8170282" y="4287748"/>
            <a:ext cx="520982" cy="623354"/>
            <a:chOff x="8430770" y="227823"/>
            <a:chExt cx="520982" cy="623354"/>
          </a:xfrm>
        </p:grpSpPr>
        <p:sp>
          <p:nvSpPr>
            <p:cNvPr id="900" name="Google Shape;900;p13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3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3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3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3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3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3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3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3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3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3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3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3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3" name="Google Shape;913;p13"/>
          <p:cNvSpPr/>
          <p:nvPr/>
        </p:nvSpPr>
        <p:spPr>
          <a:xfrm flipH="1" rot="10800000">
            <a:off x="5665488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3"/>
          <p:cNvSpPr/>
          <p:nvPr/>
        </p:nvSpPr>
        <p:spPr>
          <a:xfrm rot="-5400000">
            <a:off x="-99455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4"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4"/>
          <p:cNvSpPr txBox="1"/>
          <p:nvPr>
            <p:ph type="title"/>
          </p:nvPr>
        </p:nvSpPr>
        <p:spPr>
          <a:xfrm>
            <a:off x="713250" y="3254888"/>
            <a:ext cx="77175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highlight>
                  <a:schemeClr val="l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17" name="Google Shape;917;p14"/>
          <p:cNvSpPr txBox="1"/>
          <p:nvPr>
            <p:ph idx="1" type="subTitle"/>
          </p:nvPr>
        </p:nvSpPr>
        <p:spPr>
          <a:xfrm>
            <a:off x="714775" y="1431413"/>
            <a:ext cx="7714500" cy="17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8" name="Google Shape;918;p14"/>
          <p:cNvSpPr/>
          <p:nvPr/>
        </p:nvSpPr>
        <p:spPr>
          <a:xfrm flipH="1" rot="-5400000">
            <a:off x="-994618" y="3239193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14"/>
          <p:cNvSpPr/>
          <p:nvPr/>
        </p:nvSpPr>
        <p:spPr>
          <a:xfrm>
            <a:off x="5353064" y="2"/>
            <a:ext cx="3791022" cy="1189527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0" name="Google Shape;920;p14"/>
          <p:cNvGrpSpPr/>
          <p:nvPr/>
        </p:nvGrpSpPr>
        <p:grpSpPr>
          <a:xfrm flipH="1" rot="5400000">
            <a:off x="7317827" y="3317328"/>
            <a:ext cx="1457690" cy="2194639"/>
            <a:chOff x="1056052" y="3"/>
            <a:chExt cx="1457690" cy="2194639"/>
          </a:xfrm>
        </p:grpSpPr>
        <p:sp>
          <p:nvSpPr>
            <p:cNvPr id="921" name="Google Shape;921;p14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4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4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4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4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4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4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4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4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4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4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4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4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4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4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4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4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4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4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4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4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4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4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4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4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4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4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4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4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4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4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4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3" name="Google Shape;953;p14"/>
          <p:cNvGrpSpPr/>
          <p:nvPr/>
        </p:nvGrpSpPr>
        <p:grpSpPr>
          <a:xfrm flipH="1" rot="-5400000">
            <a:off x="368477" y="-368472"/>
            <a:ext cx="1457690" cy="2194639"/>
            <a:chOff x="1056052" y="3"/>
            <a:chExt cx="1457690" cy="2194639"/>
          </a:xfrm>
        </p:grpSpPr>
        <p:sp>
          <p:nvSpPr>
            <p:cNvPr id="954" name="Google Shape;954;p14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4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4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4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4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4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4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4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4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4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4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4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4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4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4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4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4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4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4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4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4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4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4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4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4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4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4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4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4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4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4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4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6" name="Google Shape;986;p14"/>
          <p:cNvGrpSpPr/>
          <p:nvPr/>
        </p:nvGrpSpPr>
        <p:grpSpPr>
          <a:xfrm>
            <a:off x="8690629" y="3858998"/>
            <a:ext cx="276638" cy="229911"/>
            <a:chOff x="3266679" y="4234561"/>
            <a:chExt cx="276638" cy="229911"/>
          </a:xfrm>
        </p:grpSpPr>
        <p:sp>
          <p:nvSpPr>
            <p:cNvPr id="987" name="Google Shape;987;p14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4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4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4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4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4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4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4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4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2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5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98" name="Google Shape;998;p15"/>
          <p:cNvSpPr/>
          <p:nvPr/>
        </p:nvSpPr>
        <p:spPr>
          <a:xfrm flipH="1" rot="5400000">
            <a:off x="723969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15"/>
          <p:cNvSpPr/>
          <p:nvPr/>
        </p:nvSpPr>
        <p:spPr>
          <a:xfrm rot="-5400000">
            <a:off x="-99455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0" name="Google Shape;1000;p15"/>
          <p:cNvGrpSpPr/>
          <p:nvPr/>
        </p:nvGrpSpPr>
        <p:grpSpPr>
          <a:xfrm flipH="1" rot="10800000">
            <a:off x="0" y="3745103"/>
            <a:ext cx="1052283" cy="1322192"/>
            <a:chOff x="3515716" y="5634203"/>
            <a:chExt cx="1052283" cy="1322192"/>
          </a:xfrm>
        </p:grpSpPr>
        <p:sp>
          <p:nvSpPr>
            <p:cNvPr id="1001" name="Google Shape;1001;p15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5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5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5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5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5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5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5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5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5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5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5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5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5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5" name="Google Shape;1015;p15"/>
          <p:cNvGrpSpPr/>
          <p:nvPr/>
        </p:nvGrpSpPr>
        <p:grpSpPr>
          <a:xfrm>
            <a:off x="8507786" y="-2"/>
            <a:ext cx="520982" cy="623354"/>
            <a:chOff x="8430770" y="227823"/>
            <a:chExt cx="520982" cy="623354"/>
          </a:xfrm>
        </p:grpSpPr>
        <p:sp>
          <p:nvSpPr>
            <p:cNvPr id="1016" name="Google Shape;1016;p15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5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5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5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5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5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5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5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5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5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5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5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5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9" name="Google Shape;1029;p15"/>
          <p:cNvGrpSpPr/>
          <p:nvPr/>
        </p:nvGrpSpPr>
        <p:grpSpPr>
          <a:xfrm>
            <a:off x="8507786" y="761998"/>
            <a:ext cx="520982" cy="623354"/>
            <a:chOff x="8430770" y="227823"/>
            <a:chExt cx="520982" cy="623354"/>
          </a:xfrm>
        </p:grpSpPr>
        <p:sp>
          <p:nvSpPr>
            <p:cNvPr id="1030" name="Google Shape;1030;p15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5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5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5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5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5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5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5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5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5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5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5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5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3" name="Google Shape;1043;p15"/>
          <p:cNvGrpSpPr/>
          <p:nvPr/>
        </p:nvGrpSpPr>
        <p:grpSpPr>
          <a:xfrm>
            <a:off x="75532" y="3059348"/>
            <a:ext cx="520982" cy="623354"/>
            <a:chOff x="8430770" y="227823"/>
            <a:chExt cx="520982" cy="623354"/>
          </a:xfrm>
        </p:grpSpPr>
        <p:sp>
          <p:nvSpPr>
            <p:cNvPr id="1044" name="Google Shape;1044;p15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5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5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5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5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5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5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5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5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5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5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5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5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15"/>
          <p:cNvGrpSpPr/>
          <p:nvPr/>
        </p:nvGrpSpPr>
        <p:grpSpPr>
          <a:xfrm>
            <a:off x="4433679" y="135848"/>
            <a:ext cx="276638" cy="229911"/>
            <a:chOff x="3266679" y="4234561"/>
            <a:chExt cx="276638" cy="229911"/>
          </a:xfrm>
        </p:grpSpPr>
        <p:sp>
          <p:nvSpPr>
            <p:cNvPr id="1058" name="Google Shape;1058;p15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5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5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5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5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5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5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5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5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2_1"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6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69" name="Google Shape;1069;p16"/>
          <p:cNvSpPr/>
          <p:nvPr/>
        </p:nvSpPr>
        <p:spPr>
          <a:xfrm flipH="1" rot="10800000">
            <a:off x="5665488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16"/>
          <p:cNvSpPr/>
          <p:nvPr/>
        </p:nvSpPr>
        <p:spPr>
          <a:xfrm rot="-5400000">
            <a:off x="-99455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1" name="Google Shape;1071;p16"/>
          <p:cNvGrpSpPr/>
          <p:nvPr/>
        </p:nvGrpSpPr>
        <p:grpSpPr>
          <a:xfrm>
            <a:off x="-15623" y="3653803"/>
            <a:ext cx="1457690" cy="1490836"/>
            <a:chOff x="-15623" y="3653803"/>
            <a:chExt cx="1457690" cy="1490836"/>
          </a:xfrm>
        </p:grpSpPr>
        <p:sp>
          <p:nvSpPr>
            <p:cNvPr id="1072" name="Google Shape;1072;p16"/>
            <p:cNvSpPr/>
            <p:nvPr/>
          </p:nvSpPr>
          <p:spPr>
            <a:xfrm rot="10800000">
              <a:off x="-15623" y="3891338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6"/>
            <p:cNvSpPr/>
            <p:nvPr/>
          </p:nvSpPr>
          <p:spPr>
            <a:xfrm rot="10800000">
              <a:off x="394952" y="3723229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6"/>
            <p:cNvSpPr/>
            <p:nvPr/>
          </p:nvSpPr>
          <p:spPr>
            <a:xfrm rot="10800000">
              <a:off x="253278" y="3721120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6"/>
            <p:cNvSpPr/>
            <p:nvPr/>
          </p:nvSpPr>
          <p:spPr>
            <a:xfrm rot="10800000">
              <a:off x="371339" y="3699616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6"/>
            <p:cNvSpPr/>
            <p:nvPr/>
          </p:nvSpPr>
          <p:spPr>
            <a:xfrm rot="10800000">
              <a:off x="276890" y="3697508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6"/>
            <p:cNvSpPr/>
            <p:nvPr/>
          </p:nvSpPr>
          <p:spPr>
            <a:xfrm rot="10800000">
              <a:off x="347727" y="3675656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6"/>
            <p:cNvSpPr/>
            <p:nvPr/>
          </p:nvSpPr>
          <p:spPr>
            <a:xfrm rot="10800000">
              <a:off x="300503" y="3673896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6"/>
            <p:cNvSpPr/>
            <p:nvPr/>
          </p:nvSpPr>
          <p:spPr>
            <a:xfrm rot="10800000">
              <a:off x="324115" y="3653803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6"/>
            <p:cNvSpPr/>
            <p:nvPr/>
          </p:nvSpPr>
          <p:spPr>
            <a:xfrm rot="10800000">
              <a:off x="208162" y="4115141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6"/>
            <p:cNvSpPr/>
            <p:nvPr/>
          </p:nvSpPr>
          <p:spPr>
            <a:xfrm rot="10800000">
              <a:off x="1223177" y="4701249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6"/>
            <p:cNvSpPr/>
            <p:nvPr/>
          </p:nvSpPr>
          <p:spPr>
            <a:xfrm rot="10800000">
              <a:off x="1289083" y="4767154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6"/>
            <p:cNvSpPr/>
            <p:nvPr/>
          </p:nvSpPr>
          <p:spPr>
            <a:xfrm rot="10800000">
              <a:off x="1148472" y="477597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6"/>
            <p:cNvSpPr/>
            <p:nvPr/>
          </p:nvSpPr>
          <p:spPr>
            <a:xfrm rot="10800000">
              <a:off x="1354988" y="483306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6"/>
            <p:cNvSpPr/>
            <p:nvPr/>
          </p:nvSpPr>
          <p:spPr>
            <a:xfrm rot="10800000">
              <a:off x="1214378" y="484187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6"/>
            <p:cNvSpPr/>
            <p:nvPr/>
          </p:nvSpPr>
          <p:spPr>
            <a:xfrm rot="10800000">
              <a:off x="-15623" y="4232505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6"/>
            <p:cNvSpPr/>
            <p:nvPr/>
          </p:nvSpPr>
          <p:spPr>
            <a:xfrm rot="10800000">
              <a:off x="508448" y="4232505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6"/>
            <p:cNvSpPr/>
            <p:nvPr/>
          </p:nvSpPr>
          <p:spPr>
            <a:xfrm rot="10800000">
              <a:off x="325178" y="4232505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6"/>
            <p:cNvSpPr/>
            <p:nvPr/>
          </p:nvSpPr>
          <p:spPr>
            <a:xfrm rot="10800000">
              <a:off x="1420893" y="489896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6"/>
            <p:cNvSpPr/>
            <p:nvPr/>
          </p:nvSpPr>
          <p:spPr>
            <a:xfrm rot="10800000">
              <a:off x="1280283" y="4907783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6"/>
            <p:cNvSpPr/>
            <p:nvPr/>
          </p:nvSpPr>
          <p:spPr>
            <a:xfrm rot="10800000">
              <a:off x="1346188" y="497368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6"/>
            <p:cNvSpPr/>
            <p:nvPr/>
          </p:nvSpPr>
          <p:spPr>
            <a:xfrm rot="10800000">
              <a:off x="1205560" y="498248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6"/>
            <p:cNvSpPr/>
            <p:nvPr/>
          </p:nvSpPr>
          <p:spPr>
            <a:xfrm rot="10800000">
              <a:off x="915503" y="4794635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6"/>
            <p:cNvSpPr/>
            <p:nvPr/>
          </p:nvSpPr>
          <p:spPr>
            <a:xfrm rot="10800000">
              <a:off x="1271465" y="504839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6"/>
            <p:cNvSpPr/>
            <p:nvPr/>
          </p:nvSpPr>
          <p:spPr>
            <a:xfrm rot="10800000">
              <a:off x="1130488" y="5057560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6"/>
            <p:cNvSpPr/>
            <p:nvPr/>
          </p:nvSpPr>
          <p:spPr>
            <a:xfrm rot="10800000">
              <a:off x="1196394" y="5123465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7" name="Google Shape;1097;p16"/>
          <p:cNvGrpSpPr/>
          <p:nvPr/>
        </p:nvGrpSpPr>
        <p:grpSpPr>
          <a:xfrm rot="10800000">
            <a:off x="7701927" y="3"/>
            <a:ext cx="1457690" cy="1490836"/>
            <a:chOff x="-15623" y="3787053"/>
            <a:chExt cx="1457690" cy="1490836"/>
          </a:xfrm>
        </p:grpSpPr>
        <p:sp>
          <p:nvSpPr>
            <p:cNvPr id="1098" name="Google Shape;1098;p16"/>
            <p:cNvSpPr/>
            <p:nvPr/>
          </p:nvSpPr>
          <p:spPr>
            <a:xfrm rot="10800000">
              <a:off x="1420893" y="503221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6"/>
            <p:cNvSpPr/>
            <p:nvPr/>
          </p:nvSpPr>
          <p:spPr>
            <a:xfrm rot="10800000">
              <a:off x="1346188" y="510693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6"/>
            <p:cNvSpPr/>
            <p:nvPr/>
          </p:nvSpPr>
          <p:spPr>
            <a:xfrm rot="10800000">
              <a:off x="1271465" y="518164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6"/>
            <p:cNvSpPr/>
            <p:nvPr/>
          </p:nvSpPr>
          <p:spPr>
            <a:xfrm rot="10800000">
              <a:off x="1196394" y="5256715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6"/>
            <p:cNvSpPr/>
            <p:nvPr/>
          </p:nvSpPr>
          <p:spPr>
            <a:xfrm rot="10800000">
              <a:off x="1354988" y="496631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6"/>
            <p:cNvSpPr/>
            <p:nvPr/>
          </p:nvSpPr>
          <p:spPr>
            <a:xfrm rot="10800000">
              <a:off x="1280283" y="5041033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6"/>
            <p:cNvSpPr/>
            <p:nvPr/>
          </p:nvSpPr>
          <p:spPr>
            <a:xfrm rot="10800000">
              <a:off x="1205560" y="511573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6"/>
            <p:cNvSpPr/>
            <p:nvPr/>
          </p:nvSpPr>
          <p:spPr>
            <a:xfrm rot="10800000">
              <a:off x="1130488" y="5190810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6"/>
            <p:cNvSpPr/>
            <p:nvPr/>
          </p:nvSpPr>
          <p:spPr>
            <a:xfrm rot="10800000">
              <a:off x="1289083" y="4900404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6"/>
            <p:cNvSpPr/>
            <p:nvPr/>
          </p:nvSpPr>
          <p:spPr>
            <a:xfrm rot="10800000">
              <a:off x="1214378" y="497512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6"/>
            <p:cNvSpPr/>
            <p:nvPr/>
          </p:nvSpPr>
          <p:spPr>
            <a:xfrm rot="10800000">
              <a:off x="1223177" y="4834499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6"/>
            <p:cNvSpPr/>
            <p:nvPr/>
          </p:nvSpPr>
          <p:spPr>
            <a:xfrm rot="10800000">
              <a:off x="1148472" y="490922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6"/>
            <p:cNvSpPr/>
            <p:nvPr/>
          </p:nvSpPr>
          <p:spPr>
            <a:xfrm rot="10800000">
              <a:off x="300503" y="3807146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6"/>
            <p:cNvSpPr/>
            <p:nvPr/>
          </p:nvSpPr>
          <p:spPr>
            <a:xfrm rot="10800000">
              <a:off x="253278" y="3854370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6"/>
            <p:cNvSpPr/>
            <p:nvPr/>
          </p:nvSpPr>
          <p:spPr>
            <a:xfrm rot="10800000">
              <a:off x="324115" y="3787053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6"/>
            <p:cNvSpPr/>
            <p:nvPr/>
          </p:nvSpPr>
          <p:spPr>
            <a:xfrm rot="10800000">
              <a:off x="276890" y="3830758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6"/>
            <p:cNvSpPr/>
            <p:nvPr/>
          </p:nvSpPr>
          <p:spPr>
            <a:xfrm rot="10800000">
              <a:off x="394952" y="3856479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6"/>
            <p:cNvSpPr/>
            <p:nvPr/>
          </p:nvSpPr>
          <p:spPr>
            <a:xfrm rot="10800000">
              <a:off x="347727" y="3808906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 rot="10800000">
              <a:off x="371339" y="3832866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 rot="10800000">
              <a:off x="915503" y="4927885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 rot="10800000">
              <a:off x="-15623" y="4024588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 rot="10800000">
              <a:off x="208162" y="4248391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6"/>
            <p:cNvSpPr/>
            <p:nvPr/>
          </p:nvSpPr>
          <p:spPr>
            <a:xfrm rot="10800000">
              <a:off x="325178" y="4365755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6"/>
            <p:cNvSpPr/>
            <p:nvPr/>
          </p:nvSpPr>
          <p:spPr>
            <a:xfrm rot="10800000">
              <a:off x="508448" y="4365755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6"/>
            <p:cNvSpPr/>
            <p:nvPr/>
          </p:nvSpPr>
          <p:spPr>
            <a:xfrm rot="10800000">
              <a:off x="-15623" y="4365755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3" name="Google Shape;1123;p16"/>
          <p:cNvGrpSpPr/>
          <p:nvPr/>
        </p:nvGrpSpPr>
        <p:grpSpPr>
          <a:xfrm>
            <a:off x="8677629" y="1543723"/>
            <a:ext cx="276638" cy="229911"/>
            <a:chOff x="3266679" y="4234561"/>
            <a:chExt cx="276638" cy="229911"/>
          </a:xfrm>
        </p:grpSpPr>
        <p:sp>
          <p:nvSpPr>
            <p:cNvPr id="1124" name="Google Shape;1124;p16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6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6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6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6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6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6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6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6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3" name="Google Shape;1133;p16"/>
          <p:cNvGrpSpPr/>
          <p:nvPr/>
        </p:nvGrpSpPr>
        <p:grpSpPr>
          <a:xfrm>
            <a:off x="88532" y="2954236"/>
            <a:ext cx="520982" cy="623354"/>
            <a:chOff x="8430770" y="227823"/>
            <a:chExt cx="520982" cy="623354"/>
          </a:xfrm>
        </p:grpSpPr>
        <p:sp>
          <p:nvSpPr>
            <p:cNvPr id="1134" name="Google Shape;1134;p16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6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6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6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6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6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6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6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6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6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6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6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6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4"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17"/>
          <p:cNvSpPr txBox="1"/>
          <p:nvPr>
            <p:ph type="title"/>
          </p:nvPr>
        </p:nvSpPr>
        <p:spPr>
          <a:xfrm>
            <a:off x="736694" y="1931700"/>
            <a:ext cx="35316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l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49" name="Google Shape;1149;p17"/>
          <p:cNvSpPr txBox="1"/>
          <p:nvPr>
            <p:ph idx="1" type="subTitle"/>
          </p:nvPr>
        </p:nvSpPr>
        <p:spPr>
          <a:xfrm>
            <a:off x="737298" y="2466256"/>
            <a:ext cx="35304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0" name="Google Shape;1150;p17"/>
          <p:cNvSpPr/>
          <p:nvPr/>
        </p:nvSpPr>
        <p:spPr>
          <a:xfrm rot="10800000">
            <a:off x="113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17"/>
          <p:cNvSpPr/>
          <p:nvPr/>
        </p:nvSpPr>
        <p:spPr>
          <a:xfrm>
            <a:off x="5353064" y="2"/>
            <a:ext cx="3791022" cy="1189527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2" name="Google Shape;1152;p17"/>
          <p:cNvGrpSpPr/>
          <p:nvPr/>
        </p:nvGrpSpPr>
        <p:grpSpPr>
          <a:xfrm flipH="1" rot="10800000">
            <a:off x="-15623" y="2948853"/>
            <a:ext cx="1457690" cy="2194639"/>
            <a:chOff x="1056052" y="3"/>
            <a:chExt cx="1457690" cy="2194639"/>
          </a:xfrm>
        </p:grpSpPr>
        <p:sp>
          <p:nvSpPr>
            <p:cNvPr id="1153" name="Google Shape;1153;p17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7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7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7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7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7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7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7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7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7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7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7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7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7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7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7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7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7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7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7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7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7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7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7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7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7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7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7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7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7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7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7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5" name="Google Shape;1185;p17"/>
          <p:cNvGrpSpPr/>
          <p:nvPr/>
        </p:nvGrpSpPr>
        <p:grpSpPr>
          <a:xfrm>
            <a:off x="8091725" y="-9"/>
            <a:ext cx="1052283" cy="1322192"/>
            <a:chOff x="3515716" y="5634203"/>
            <a:chExt cx="1052283" cy="1322192"/>
          </a:xfrm>
        </p:grpSpPr>
        <p:sp>
          <p:nvSpPr>
            <p:cNvPr id="1186" name="Google Shape;1186;p17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7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7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7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7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7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7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7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7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7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7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7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7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7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"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8"/>
          <p:cNvSpPr txBox="1"/>
          <p:nvPr>
            <p:ph type="title"/>
          </p:nvPr>
        </p:nvSpPr>
        <p:spPr>
          <a:xfrm>
            <a:off x="735635" y="1513363"/>
            <a:ext cx="4058400" cy="1463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02" name="Google Shape;1202;p18"/>
          <p:cNvSpPr txBox="1"/>
          <p:nvPr>
            <p:ph idx="1" type="subTitle"/>
          </p:nvPr>
        </p:nvSpPr>
        <p:spPr>
          <a:xfrm>
            <a:off x="736473" y="2898738"/>
            <a:ext cx="40569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3" name="Google Shape;1203;p18"/>
          <p:cNvSpPr/>
          <p:nvPr>
            <p:ph idx="2" type="pic"/>
          </p:nvPr>
        </p:nvSpPr>
        <p:spPr>
          <a:xfrm>
            <a:off x="4991065" y="863100"/>
            <a:ext cx="3417300" cy="3417300"/>
          </a:xfrm>
          <a:prstGeom prst="diamond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4" name="Google Shape;1204;p18"/>
          <p:cNvSpPr/>
          <p:nvPr/>
        </p:nvSpPr>
        <p:spPr>
          <a:xfrm rot="10800000">
            <a:off x="113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18"/>
          <p:cNvSpPr/>
          <p:nvPr/>
        </p:nvSpPr>
        <p:spPr>
          <a:xfrm flipH="1" rot="5400000">
            <a:off x="723969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6" name="Google Shape;1206;p18"/>
          <p:cNvGrpSpPr/>
          <p:nvPr/>
        </p:nvGrpSpPr>
        <p:grpSpPr>
          <a:xfrm>
            <a:off x="-15623" y="3"/>
            <a:ext cx="1457690" cy="2194639"/>
            <a:chOff x="1056052" y="3"/>
            <a:chExt cx="1457690" cy="2194639"/>
          </a:xfrm>
        </p:grpSpPr>
        <p:sp>
          <p:nvSpPr>
            <p:cNvPr id="1207" name="Google Shape;1207;p18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8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8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8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8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8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8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8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8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8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8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8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8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8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8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8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8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8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8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8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8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8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8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8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8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8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8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8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8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8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8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8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9" name="Google Shape;1239;p18"/>
          <p:cNvGrpSpPr/>
          <p:nvPr/>
        </p:nvGrpSpPr>
        <p:grpSpPr>
          <a:xfrm rot="-5400000">
            <a:off x="6991967" y="2991385"/>
            <a:ext cx="1725614" cy="2578700"/>
            <a:chOff x="1056052" y="3"/>
            <a:chExt cx="1457690" cy="2194639"/>
          </a:xfrm>
        </p:grpSpPr>
        <p:sp>
          <p:nvSpPr>
            <p:cNvPr id="1240" name="Google Shape;1240;p18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8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8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8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8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8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8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8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8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8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8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8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8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8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8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8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8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8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8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8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8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8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8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8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8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8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8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8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8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8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8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8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4"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9"/>
          <p:cNvSpPr txBox="1"/>
          <p:nvPr>
            <p:ph idx="1" type="body"/>
          </p:nvPr>
        </p:nvSpPr>
        <p:spPr>
          <a:xfrm>
            <a:off x="794950" y="1746625"/>
            <a:ext cx="3749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274" name="Google Shape;1274;p19"/>
          <p:cNvSpPr txBox="1"/>
          <p:nvPr>
            <p:ph idx="2" type="body"/>
          </p:nvPr>
        </p:nvSpPr>
        <p:spPr>
          <a:xfrm>
            <a:off x="4599650" y="1746625"/>
            <a:ext cx="3749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275" name="Google Shape;1275;p19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76" name="Google Shape;1276;p19"/>
          <p:cNvSpPr txBox="1"/>
          <p:nvPr>
            <p:ph idx="3" type="subTitle"/>
          </p:nvPr>
        </p:nvSpPr>
        <p:spPr>
          <a:xfrm>
            <a:off x="720150" y="1106424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77" name="Google Shape;1277;p19"/>
          <p:cNvSpPr/>
          <p:nvPr/>
        </p:nvSpPr>
        <p:spPr>
          <a:xfrm flipH="1" rot="10800000">
            <a:off x="5665488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8" name="Google Shape;1278;p19"/>
          <p:cNvGrpSpPr/>
          <p:nvPr/>
        </p:nvGrpSpPr>
        <p:grpSpPr>
          <a:xfrm flipH="1" rot="10800000">
            <a:off x="-15623" y="2948853"/>
            <a:ext cx="1457690" cy="2194639"/>
            <a:chOff x="1056052" y="3"/>
            <a:chExt cx="1457690" cy="2194639"/>
          </a:xfrm>
        </p:grpSpPr>
        <p:sp>
          <p:nvSpPr>
            <p:cNvPr id="1279" name="Google Shape;1279;p19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9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9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9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9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9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9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19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9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9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9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9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9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9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19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9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9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9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9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9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9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9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9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9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9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9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9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9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9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9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9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9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1" name="Google Shape;1311;p19"/>
          <p:cNvGrpSpPr/>
          <p:nvPr/>
        </p:nvGrpSpPr>
        <p:grpSpPr>
          <a:xfrm>
            <a:off x="8424007" y="152411"/>
            <a:ext cx="520982" cy="623354"/>
            <a:chOff x="8430770" y="227823"/>
            <a:chExt cx="520982" cy="623354"/>
          </a:xfrm>
        </p:grpSpPr>
        <p:sp>
          <p:nvSpPr>
            <p:cNvPr id="1312" name="Google Shape;1312;p19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9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9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9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9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9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9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9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9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9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9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9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9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5" name="Google Shape;1325;p19"/>
          <p:cNvGrpSpPr/>
          <p:nvPr/>
        </p:nvGrpSpPr>
        <p:grpSpPr>
          <a:xfrm>
            <a:off x="8091725" y="914441"/>
            <a:ext cx="1052283" cy="1322192"/>
            <a:chOff x="3515716" y="5634203"/>
            <a:chExt cx="1052283" cy="1322192"/>
          </a:xfrm>
        </p:grpSpPr>
        <p:sp>
          <p:nvSpPr>
            <p:cNvPr id="1326" name="Google Shape;1326;p19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9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9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9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9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9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9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9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9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9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9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9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9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9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4_1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20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42" name="Google Shape;1342;p20"/>
          <p:cNvSpPr txBox="1"/>
          <p:nvPr>
            <p:ph idx="1" type="subTitle"/>
          </p:nvPr>
        </p:nvSpPr>
        <p:spPr>
          <a:xfrm>
            <a:off x="721879" y="3118104"/>
            <a:ext cx="250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43" name="Google Shape;1343;p20"/>
          <p:cNvSpPr txBox="1"/>
          <p:nvPr>
            <p:ph idx="2" type="subTitle"/>
          </p:nvPr>
        </p:nvSpPr>
        <p:spPr>
          <a:xfrm>
            <a:off x="3321150" y="3118104"/>
            <a:ext cx="250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44" name="Google Shape;1344;p20"/>
          <p:cNvSpPr txBox="1"/>
          <p:nvPr>
            <p:ph idx="3" type="subTitle"/>
          </p:nvPr>
        </p:nvSpPr>
        <p:spPr>
          <a:xfrm>
            <a:off x="5920421" y="3118104"/>
            <a:ext cx="250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45" name="Google Shape;1345;p20"/>
          <p:cNvSpPr txBox="1"/>
          <p:nvPr>
            <p:ph idx="4" type="title"/>
          </p:nvPr>
        </p:nvSpPr>
        <p:spPr>
          <a:xfrm>
            <a:off x="719929" y="2907792"/>
            <a:ext cx="2505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46" name="Google Shape;1346;p20"/>
          <p:cNvSpPr txBox="1"/>
          <p:nvPr>
            <p:ph idx="5" type="title"/>
          </p:nvPr>
        </p:nvSpPr>
        <p:spPr>
          <a:xfrm>
            <a:off x="3319200" y="2907792"/>
            <a:ext cx="2505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47" name="Google Shape;1347;p20"/>
          <p:cNvSpPr txBox="1"/>
          <p:nvPr>
            <p:ph idx="6" type="title"/>
          </p:nvPr>
        </p:nvSpPr>
        <p:spPr>
          <a:xfrm>
            <a:off x="5918471" y="2907792"/>
            <a:ext cx="2505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48" name="Google Shape;1348;p20"/>
          <p:cNvSpPr/>
          <p:nvPr/>
        </p:nvSpPr>
        <p:spPr>
          <a:xfrm flipH="1" rot="10800000">
            <a:off x="5665488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20"/>
          <p:cNvSpPr/>
          <p:nvPr/>
        </p:nvSpPr>
        <p:spPr>
          <a:xfrm flipH="1">
            <a:off x="-11" y="2"/>
            <a:ext cx="3791022" cy="1189527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0" name="Google Shape;1350;p20"/>
          <p:cNvGrpSpPr/>
          <p:nvPr/>
        </p:nvGrpSpPr>
        <p:grpSpPr>
          <a:xfrm>
            <a:off x="-15623" y="3652653"/>
            <a:ext cx="1457690" cy="1490836"/>
            <a:chOff x="-15623" y="3787053"/>
            <a:chExt cx="1457690" cy="1490836"/>
          </a:xfrm>
        </p:grpSpPr>
        <p:sp>
          <p:nvSpPr>
            <p:cNvPr id="1351" name="Google Shape;1351;p20"/>
            <p:cNvSpPr/>
            <p:nvPr/>
          </p:nvSpPr>
          <p:spPr>
            <a:xfrm rot="10800000">
              <a:off x="394952" y="3856479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0"/>
            <p:cNvSpPr/>
            <p:nvPr/>
          </p:nvSpPr>
          <p:spPr>
            <a:xfrm rot="10800000">
              <a:off x="253278" y="3854370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0"/>
            <p:cNvSpPr/>
            <p:nvPr/>
          </p:nvSpPr>
          <p:spPr>
            <a:xfrm rot="10800000">
              <a:off x="371339" y="3832866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0"/>
            <p:cNvSpPr/>
            <p:nvPr/>
          </p:nvSpPr>
          <p:spPr>
            <a:xfrm rot="10800000">
              <a:off x="276890" y="3830758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0"/>
            <p:cNvSpPr/>
            <p:nvPr/>
          </p:nvSpPr>
          <p:spPr>
            <a:xfrm rot="10800000">
              <a:off x="347727" y="3808906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0"/>
            <p:cNvSpPr/>
            <p:nvPr/>
          </p:nvSpPr>
          <p:spPr>
            <a:xfrm rot="10800000">
              <a:off x="300503" y="3807146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0"/>
            <p:cNvSpPr/>
            <p:nvPr/>
          </p:nvSpPr>
          <p:spPr>
            <a:xfrm rot="10800000">
              <a:off x="324115" y="3787053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0"/>
            <p:cNvSpPr/>
            <p:nvPr/>
          </p:nvSpPr>
          <p:spPr>
            <a:xfrm rot="10800000">
              <a:off x="208162" y="4248391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0"/>
            <p:cNvSpPr/>
            <p:nvPr/>
          </p:nvSpPr>
          <p:spPr>
            <a:xfrm rot="10800000">
              <a:off x="-15623" y="4024588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0"/>
            <p:cNvSpPr/>
            <p:nvPr/>
          </p:nvSpPr>
          <p:spPr>
            <a:xfrm rot="10800000">
              <a:off x="1223177" y="4834499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0"/>
            <p:cNvSpPr/>
            <p:nvPr/>
          </p:nvSpPr>
          <p:spPr>
            <a:xfrm rot="10800000">
              <a:off x="1289083" y="4900404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0"/>
            <p:cNvSpPr/>
            <p:nvPr/>
          </p:nvSpPr>
          <p:spPr>
            <a:xfrm rot="10800000">
              <a:off x="1148472" y="490922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0"/>
            <p:cNvSpPr/>
            <p:nvPr/>
          </p:nvSpPr>
          <p:spPr>
            <a:xfrm rot="10800000">
              <a:off x="1354988" y="496631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0"/>
            <p:cNvSpPr/>
            <p:nvPr/>
          </p:nvSpPr>
          <p:spPr>
            <a:xfrm rot="10800000">
              <a:off x="1214378" y="497512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0"/>
            <p:cNvSpPr/>
            <p:nvPr/>
          </p:nvSpPr>
          <p:spPr>
            <a:xfrm rot="10800000">
              <a:off x="-15623" y="4365755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0"/>
            <p:cNvSpPr/>
            <p:nvPr/>
          </p:nvSpPr>
          <p:spPr>
            <a:xfrm rot="10800000">
              <a:off x="508448" y="4365755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0"/>
            <p:cNvSpPr/>
            <p:nvPr/>
          </p:nvSpPr>
          <p:spPr>
            <a:xfrm rot="10800000">
              <a:off x="325178" y="4365755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0"/>
            <p:cNvSpPr/>
            <p:nvPr/>
          </p:nvSpPr>
          <p:spPr>
            <a:xfrm rot="10800000">
              <a:off x="1420893" y="503221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0"/>
            <p:cNvSpPr/>
            <p:nvPr/>
          </p:nvSpPr>
          <p:spPr>
            <a:xfrm rot="10800000">
              <a:off x="1280283" y="5041033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0"/>
            <p:cNvSpPr/>
            <p:nvPr/>
          </p:nvSpPr>
          <p:spPr>
            <a:xfrm rot="10800000">
              <a:off x="1346188" y="510693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0"/>
            <p:cNvSpPr/>
            <p:nvPr/>
          </p:nvSpPr>
          <p:spPr>
            <a:xfrm rot="10800000">
              <a:off x="1205560" y="511573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0"/>
            <p:cNvSpPr/>
            <p:nvPr/>
          </p:nvSpPr>
          <p:spPr>
            <a:xfrm rot="10800000">
              <a:off x="915503" y="4927885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0"/>
            <p:cNvSpPr/>
            <p:nvPr/>
          </p:nvSpPr>
          <p:spPr>
            <a:xfrm rot="10800000">
              <a:off x="1271465" y="518164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0"/>
            <p:cNvSpPr/>
            <p:nvPr/>
          </p:nvSpPr>
          <p:spPr>
            <a:xfrm rot="10800000">
              <a:off x="1130488" y="5190810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0"/>
            <p:cNvSpPr/>
            <p:nvPr/>
          </p:nvSpPr>
          <p:spPr>
            <a:xfrm rot="10800000">
              <a:off x="1196394" y="5256715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6" name="Google Shape;1376;p20"/>
          <p:cNvGrpSpPr/>
          <p:nvPr/>
        </p:nvGrpSpPr>
        <p:grpSpPr>
          <a:xfrm>
            <a:off x="7251229" y="-9616"/>
            <a:ext cx="1882583" cy="1211207"/>
            <a:chOff x="8241829" y="-9616"/>
            <a:chExt cx="1882583" cy="1211207"/>
          </a:xfrm>
        </p:grpSpPr>
        <p:sp>
          <p:nvSpPr>
            <p:cNvPr id="1377" name="Google Shape;1377;p20"/>
            <p:cNvSpPr/>
            <p:nvPr/>
          </p:nvSpPr>
          <p:spPr>
            <a:xfrm flipH="1" rot="5400000">
              <a:off x="8377010" y="252429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0"/>
            <p:cNvSpPr/>
            <p:nvPr/>
          </p:nvSpPr>
          <p:spPr>
            <a:xfrm flipH="1" rot="5400000">
              <a:off x="8377217" y="252850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0"/>
            <p:cNvSpPr/>
            <p:nvPr/>
          </p:nvSpPr>
          <p:spPr>
            <a:xfrm flipH="1" rot="5400000">
              <a:off x="8377011" y="252637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0"/>
            <p:cNvSpPr/>
            <p:nvPr/>
          </p:nvSpPr>
          <p:spPr>
            <a:xfrm flipH="1" rot="5400000">
              <a:off x="8377012" y="257401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0"/>
            <p:cNvSpPr/>
            <p:nvPr/>
          </p:nvSpPr>
          <p:spPr>
            <a:xfrm flipH="1" rot="5400000">
              <a:off x="8377217" y="252641"/>
              <a:ext cx="5860" cy="1739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0"/>
            <p:cNvSpPr/>
            <p:nvPr/>
          </p:nvSpPr>
          <p:spPr>
            <a:xfrm flipH="1" rot="5400000">
              <a:off x="8376999" y="422840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0"/>
            <p:cNvSpPr/>
            <p:nvPr/>
          </p:nvSpPr>
          <p:spPr>
            <a:xfrm flipH="1" rot="5400000">
              <a:off x="8377215" y="478753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0"/>
            <p:cNvSpPr/>
            <p:nvPr/>
          </p:nvSpPr>
          <p:spPr>
            <a:xfrm flipH="1" rot="5400000">
              <a:off x="8376796" y="311244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0"/>
            <p:cNvSpPr/>
            <p:nvPr/>
          </p:nvSpPr>
          <p:spPr>
            <a:xfrm flipH="1" rot="5400000">
              <a:off x="8377000" y="367144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0"/>
            <p:cNvSpPr/>
            <p:nvPr/>
          </p:nvSpPr>
          <p:spPr>
            <a:xfrm flipH="1" rot="5400000">
              <a:off x="8518152" y="-6820"/>
              <a:ext cx="807333" cy="801740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0"/>
            <p:cNvSpPr/>
            <p:nvPr/>
          </p:nvSpPr>
          <p:spPr>
            <a:xfrm flipH="1" rot="5400000">
              <a:off x="8783066" y="256147"/>
              <a:ext cx="277488" cy="275820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0"/>
            <p:cNvSpPr/>
            <p:nvPr/>
          </p:nvSpPr>
          <p:spPr>
            <a:xfrm flipH="1" rot="5400000">
              <a:off x="9319886" y="-6809"/>
              <a:ext cx="807333" cy="801719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0"/>
            <p:cNvSpPr/>
            <p:nvPr/>
          </p:nvSpPr>
          <p:spPr>
            <a:xfrm flipH="1" rot="5400000">
              <a:off x="8918796" y="396849"/>
              <a:ext cx="807767" cy="801719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0"/>
            <p:cNvSpPr/>
            <p:nvPr/>
          </p:nvSpPr>
          <p:spPr>
            <a:xfrm flipH="1" rot="5400000">
              <a:off x="9144730" y="387880"/>
              <a:ext cx="355899" cy="801719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0"/>
            <p:cNvSpPr/>
            <p:nvPr/>
          </p:nvSpPr>
          <p:spPr>
            <a:xfrm flipH="1" rot="5400000">
              <a:off x="8719866" y="598769"/>
              <a:ext cx="403905" cy="801740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0"/>
            <p:cNvSpPr/>
            <p:nvPr/>
          </p:nvSpPr>
          <p:spPr>
            <a:xfrm flipH="1" rot="5400000">
              <a:off x="9120944" y="-208731"/>
              <a:ext cx="403471" cy="801719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0"/>
          <p:cNvGrpSpPr/>
          <p:nvPr/>
        </p:nvGrpSpPr>
        <p:grpSpPr>
          <a:xfrm>
            <a:off x="105257" y="2907811"/>
            <a:ext cx="520982" cy="623354"/>
            <a:chOff x="8430770" y="227823"/>
            <a:chExt cx="520982" cy="623354"/>
          </a:xfrm>
        </p:grpSpPr>
        <p:sp>
          <p:nvSpPr>
            <p:cNvPr id="1394" name="Google Shape;1394;p20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0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0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0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0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0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0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0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0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0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0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0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0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7" name="Google Shape;1407;p20"/>
          <p:cNvGrpSpPr/>
          <p:nvPr/>
        </p:nvGrpSpPr>
        <p:grpSpPr>
          <a:xfrm>
            <a:off x="227429" y="2594623"/>
            <a:ext cx="276638" cy="229911"/>
            <a:chOff x="3266679" y="4234561"/>
            <a:chExt cx="276638" cy="229911"/>
          </a:xfrm>
        </p:grpSpPr>
        <p:sp>
          <p:nvSpPr>
            <p:cNvPr id="1408" name="Google Shape;1408;p20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0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0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0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0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0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0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0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0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7" name="Google Shape;1417;p20"/>
          <p:cNvGrpSpPr/>
          <p:nvPr/>
        </p:nvGrpSpPr>
        <p:grpSpPr>
          <a:xfrm>
            <a:off x="8651629" y="1101498"/>
            <a:ext cx="276638" cy="229911"/>
            <a:chOff x="3266679" y="4234561"/>
            <a:chExt cx="276638" cy="229911"/>
          </a:xfrm>
        </p:grpSpPr>
        <p:sp>
          <p:nvSpPr>
            <p:cNvPr id="1418" name="Google Shape;1418;p20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0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0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0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0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0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0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0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0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4_1_1"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21"/>
          <p:cNvSpPr txBox="1"/>
          <p:nvPr>
            <p:ph type="title"/>
          </p:nvPr>
        </p:nvSpPr>
        <p:spPr>
          <a:xfrm>
            <a:off x="708736" y="2815563"/>
            <a:ext cx="2496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29" name="Google Shape;1429;p21"/>
          <p:cNvSpPr txBox="1"/>
          <p:nvPr>
            <p:ph idx="2" type="title"/>
          </p:nvPr>
        </p:nvSpPr>
        <p:spPr>
          <a:xfrm>
            <a:off x="3313950" y="3618652"/>
            <a:ext cx="2505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30" name="Google Shape;1430;p21"/>
          <p:cNvSpPr txBox="1"/>
          <p:nvPr>
            <p:ph idx="3" type="title"/>
          </p:nvPr>
        </p:nvSpPr>
        <p:spPr>
          <a:xfrm>
            <a:off x="5929664" y="2815568"/>
            <a:ext cx="2505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31" name="Google Shape;1431;p21"/>
          <p:cNvSpPr txBox="1"/>
          <p:nvPr>
            <p:ph idx="4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32" name="Google Shape;1432;p21"/>
          <p:cNvSpPr txBox="1"/>
          <p:nvPr>
            <p:ph idx="1" type="subTitle"/>
          </p:nvPr>
        </p:nvSpPr>
        <p:spPr>
          <a:xfrm>
            <a:off x="709336" y="3023372"/>
            <a:ext cx="2495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33" name="Google Shape;1433;p21"/>
          <p:cNvSpPr txBox="1"/>
          <p:nvPr>
            <p:ph idx="5" type="subTitle"/>
          </p:nvPr>
        </p:nvSpPr>
        <p:spPr>
          <a:xfrm>
            <a:off x="5934914" y="3023376"/>
            <a:ext cx="2495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34" name="Google Shape;1434;p21"/>
          <p:cNvSpPr txBox="1"/>
          <p:nvPr>
            <p:ph idx="6" type="subTitle"/>
          </p:nvPr>
        </p:nvSpPr>
        <p:spPr>
          <a:xfrm>
            <a:off x="3319200" y="3826460"/>
            <a:ext cx="2495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35" name="Google Shape;1435;p21"/>
          <p:cNvSpPr/>
          <p:nvPr/>
        </p:nvSpPr>
        <p:spPr>
          <a:xfrm>
            <a:off x="5353064" y="2"/>
            <a:ext cx="3791022" cy="1189527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21"/>
          <p:cNvSpPr/>
          <p:nvPr/>
        </p:nvSpPr>
        <p:spPr>
          <a:xfrm rot="10800000">
            <a:off x="113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7" name="Google Shape;1437;p21"/>
          <p:cNvGrpSpPr/>
          <p:nvPr/>
        </p:nvGrpSpPr>
        <p:grpSpPr>
          <a:xfrm rot="-5400000">
            <a:off x="6991967" y="3372385"/>
            <a:ext cx="1725614" cy="2578700"/>
            <a:chOff x="1056052" y="3"/>
            <a:chExt cx="1457690" cy="2194639"/>
          </a:xfrm>
        </p:grpSpPr>
        <p:sp>
          <p:nvSpPr>
            <p:cNvPr id="1438" name="Google Shape;1438;p21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1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1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1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1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1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1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1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1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1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1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1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1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1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1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1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1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1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1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21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1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1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1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1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1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1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1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1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1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1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1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1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0" name="Google Shape;1470;p21"/>
          <p:cNvGrpSpPr/>
          <p:nvPr/>
        </p:nvGrpSpPr>
        <p:grpSpPr>
          <a:xfrm>
            <a:off x="-11177" y="3"/>
            <a:ext cx="1457690" cy="2194639"/>
            <a:chOff x="1056052" y="3"/>
            <a:chExt cx="1457690" cy="2194639"/>
          </a:xfrm>
        </p:grpSpPr>
        <p:sp>
          <p:nvSpPr>
            <p:cNvPr id="1471" name="Google Shape;1471;p21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1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21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1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1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1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1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1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1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1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1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1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1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1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1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1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1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1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1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1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1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1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1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1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1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1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1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1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1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1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1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1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3" name="Google Shape;1503;p21"/>
          <p:cNvGrpSpPr/>
          <p:nvPr/>
        </p:nvGrpSpPr>
        <p:grpSpPr>
          <a:xfrm>
            <a:off x="8547554" y="3604423"/>
            <a:ext cx="276638" cy="229911"/>
            <a:chOff x="3266679" y="4234561"/>
            <a:chExt cx="276638" cy="229911"/>
          </a:xfrm>
        </p:grpSpPr>
        <p:sp>
          <p:nvSpPr>
            <p:cNvPr id="1504" name="Google Shape;1504;p21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1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1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1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1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1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1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1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1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3" name="Google Shape;1513;p21"/>
          <p:cNvGrpSpPr/>
          <p:nvPr/>
        </p:nvGrpSpPr>
        <p:grpSpPr>
          <a:xfrm>
            <a:off x="8547554" y="3240223"/>
            <a:ext cx="276638" cy="229911"/>
            <a:chOff x="3266679" y="4234561"/>
            <a:chExt cx="276638" cy="229911"/>
          </a:xfrm>
        </p:grpSpPr>
        <p:sp>
          <p:nvSpPr>
            <p:cNvPr id="1514" name="Google Shape;1514;p21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1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1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1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1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1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1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1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1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3" name="Google Shape;1523;p21"/>
          <p:cNvGrpSpPr/>
          <p:nvPr/>
        </p:nvGrpSpPr>
        <p:grpSpPr>
          <a:xfrm>
            <a:off x="101532" y="2223623"/>
            <a:ext cx="520982" cy="623354"/>
            <a:chOff x="8430770" y="227823"/>
            <a:chExt cx="520982" cy="623354"/>
          </a:xfrm>
        </p:grpSpPr>
        <p:sp>
          <p:nvSpPr>
            <p:cNvPr id="1524" name="Google Shape;1524;p21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1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1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1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1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1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1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1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21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21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1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1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21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22"/>
          <p:cNvSpPr txBox="1"/>
          <p:nvPr>
            <p:ph type="title"/>
          </p:nvPr>
        </p:nvSpPr>
        <p:spPr>
          <a:xfrm>
            <a:off x="2309507" y="1603700"/>
            <a:ext cx="2187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39" name="Google Shape;1539;p22"/>
          <p:cNvSpPr txBox="1"/>
          <p:nvPr>
            <p:ph idx="1" type="subTitle"/>
          </p:nvPr>
        </p:nvSpPr>
        <p:spPr>
          <a:xfrm>
            <a:off x="2309507" y="1814627"/>
            <a:ext cx="2187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0" name="Google Shape;1540;p22"/>
          <p:cNvSpPr txBox="1"/>
          <p:nvPr>
            <p:ph idx="2" type="title"/>
          </p:nvPr>
        </p:nvSpPr>
        <p:spPr>
          <a:xfrm>
            <a:off x="5657118" y="1603700"/>
            <a:ext cx="2187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41" name="Google Shape;1541;p22"/>
          <p:cNvSpPr txBox="1"/>
          <p:nvPr>
            <p:ph idx="3" type="subTitle"/>
          </p:nvPr>
        </p:nvSpPr>
        <p:spPr>
          <a:xfrm>
            <a:off x="5657118" y="1814627"/>
            <a:ext cx="2187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2" name="Google Shape;1542;p22"/>
          <p:cNvSpPr txBox="1"/>
          <p:nvPr>
            <p:ph idx="4" type="title"/>
          </p:nvPr>
        </p:nvSpPr>
        <p:spPr>
          <a:xfrm>
            <a:off x="2309507" y="3133330"/>
            <a:ext cx="2184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43" name="Google Shape;1543;p22"/>
          <p:cNvSpPr txBox="1"/>
          <p:nvPr>
            <p:ph idx="5" type="subTitle"/>
          </p:nvPr>
        </p:nvSpPr>
        <p:spPr>
          <a:xfrm>
            <a:off x="2309507" y="3344258"/>
            <a:ext cx="2187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4" name="Google Shape;1544;p22"/>
          <p:cNvSpPr txBox="1"/>
          <p:nvPr>
            <p:ph idx="6" type="title"/>
          </p:nvPr>
        </p:nvSpPr>
        <p:spPr>
          <a:xfrm>
            <a:off x="5657118" y="3133330"/>
            <a:ext cx="2187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45" name="Google Shape;1545;p22"/>
          <p:cNvSpPr txBox="1"/>
          <p:nvPr>
            <p:ph idx="7" type="subTitle"/>
          </p:nvPr>
        </p:nvSpPr>
        <p:spPr>
          <a:xfrm>
            <a:off x="5657118" y="3344258"/>
            <a:ext cx="2187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6" name="Google Shape;1546;p22"/>
          <p:cNvSpPr txBox="1"/>
          <p:nvPr>
            <p:ph idx="8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47" name="Google Shape;1547;p22"/>
          <p:cNvSpPr/>
          <p:nvPr/>
        </p:nvSpPr>
        <p:spPr>
          <a:xfrm rot="5400000">
            <a:off x="7239632" y="3239193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22"/>
          <p:cNvSpPr/>
          <p:nvPr/>
        </p:nvSpPr>
        <p:spPr>
          <a:xfrm rot="-5400000">
            <a:off x="-99455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9" name="Google Shape;1549;p22"/>
          <p:cNvGrpSpPr/>
          <p:nvPr/>
        </p:nvGrpSpPr>
        <p:grpSpPr>
          <a:xfrm>
            <a:off x="6565429" y="-9616"/>
            <a:ext cx="2578691" cy="1211207"/>
            <a:chOff x="-3921" y="-416630"/>
            <a:chExt cx="2578691" cy="1211207"/>
          </a:xfrm>
        </p:grpSpPr>
        <p:sp>
          <p:nvSpPr>
            <p:cNvPr id="1550" name="Google Shape;1550;p22"/>
            <p:cNvSpPr/>
            <p:nvPr/>
          </p:nvSpPr>
          <p:spPr>
            <a:xfrm flipH="1" rot="5400000">
              <a:off x="131260" y="-154586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2"/>
            <p:cNvSpPr/>
            <p:nvPr/>
          </p:nvSpPr>
          <p:spPr>
            <a:xfrm flipH="1" rot="5400000">
              <a:off x="131467" y="-154164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2"/>
            <p:cNvSpPr/>
            <p:nvPr/>
          </p:nvSpPr>
          <p:spPr>
            <a:xfrm flipH="1" rot="5400000">
              <a:off x="131261" y="-154377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2"/>
            <p:cNvSpPr/>
            <p:nvPr/>
          </p:nvSpPr>
          <p:spPr>
            <a:xfrm flipH="1" rot="5400000">
              <a:off x="131262" y="-149614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2"/>
            <p:cNvSpPr/>
            <p:nvPr/>
          </p:nvSpPr>
          <p:spPr>
            <a:xfrm flipH="1" rot="5400000">
              <a:off x="131467" y="-154373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2"/>
            <p:cNvSpPr/>
            <p:nvPr/>
          </p:nvSpPr>
          <p:spPr>
            <a:xfrm flipH="1" rot="5400000">
              <a:off x="131249" y="158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2"/>
            <p:cNvSpPr/>
            <p:nvPr/>
          </p:nvSpPr>
          <p:spPr>
            <a:xfrm flipH="1" rot="5400000">
              <a:off x="131465" y="717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2"/>
            <p:cNvSpPr/>
            <p:nvPr/>
          </p:nvSpPr>
          <p:spPr>
            <a:xfrm flipH="1" rot="5400000">
              <a:off x="131046" y="-9577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2"/>
            <p:cNvSpPr/>
            <p:nvPr/>
          </p:nvSpPr>
          <p:spPr>
            <a:xfrm flipH="1" rot="5400000">
              <a:off x="131250" y="-3987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2"/>
            <p:cNvSpPr/>
            <p:nvPr/>
          </p:nvSpPr>
          <p:spPr>
            <a:xfrm flipH="1" rot="5400000">
              <a:off x="272402" y="-413834"/>
              <a:ext cx="807333" cy="801740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2"/>
            <p:cNvSpPr/>
            <p:nvPr/>
          </p:nvSpPr>
          <p:spPr>
            <a:xfrm flipH="1" rot="5400000">
              <a:off x="537316" y="-150868"/>
              <a:ext cx="277488" cy="275820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2"/>
            <p:cNvSpPr/>
            <p:nvPr/>
          </p:nvSpPr>
          <p:spPr>
            <a:xfrm flipH="1" rot="5400000">
              <a:off x="1074136" y="-413823"/>
              <a:ext cx="807333" cy="801719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2"/>
            <p:cNvSpPr/>
            <p:nvPr/>
          </p:nvSpPr>
          <p:spPr>
            <a:xfrm flipH="1" rot="5400000">
              <a:off x="1474565" y="-9961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2"/>
            <p:cNvSpPr/>
            <p:nvPr/>
          </p:nvSpPr>
          <p:spPr>
            <a:xfrm flipH="1" rot="5400000">
              <a:off x="673046" y="-10166"/>
              <a:ext cx="807767" cy="801719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2"/>
            <p:cNvSpPr/>
            <p:nvPr/>
          </p:nvSpPr>
          <p:spPr>
            <a:xfrm flipH="1" rot="5400000">
              <a:off x="898980" y="-19134"/>
              <a:ext cx="355899" cy="801719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2"/>
            <p:cNvSpPr/>
            <p:nvPr/>
          </p:nvSpPr>
          <p:spPr>
            <a:xfrm flipH="1" rot="5400000">
              <a:off x="474116" y="191754"/>
              <a:ext cx="403905" cy="801740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2"/>
            <p:cNvSpPr/>
            <p:nvPr/>
          </p:nvSpPr>
          <p:spPr>
            <a:xfrm flipH="1" rot="5400000">
              <a:off x="1676713" y="-615540"/>
              <a:ext cx="403471" cy="801310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2"/>
            <p:cNvSpPr/>
            <p:nvPr/>
          </p:nvSpPr>
          <p:spPr>
            <a:xfrm flipH="1" rot="5400000">
              <a:off x="2352665" y="-490189"/>
              <a:ext cx="148532" cy="29568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2"/>
            <p:cNvSpPr/>
            <p:nvPr/>
          </p:nvSpPr>
          <p:spPr>
            <a:xfrm flipH="1" rot="5400000">
              <a:off x="875194" y="-615745"/>
              <a:ext cx="403471" cy="801719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9" name="Google Shape;1569;p22"/>
          <p:cNvGrpSpPr/>
          <p:nvPr/>
        </p:nvGrpSpPr>
        <p:grpSpPr>
          <a:xfrm>
            <a:off x="187087" y="150866"/>
            <a:ext cx="1052283" cy="1322192"/>
            <a:chOff x="3515716" y="5634203"/>
            <a:chExt cx="1052283" cy="1322192"/>
          </a:xfrm>
        </p:grpSpPr>
        <p:sp>
          <p:nvSpPr>
            <p:cNvPr id="1570" name="Google Shape;1570;p22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2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2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2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2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2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2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2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2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2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2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2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2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2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4" name="Google Shape;1584;p22"/>
          <p:cNvGrpSpPr/>
          <p:nvPr/>
        </p:nvGrpSpPr>
        <p:grpSpPr>
          <a:xfrm>
            <a:off x="199007" y="1549711"/>
            <a:ext cx="520982" cy="623354"/>
            <a:chOff x="8430770" y="227823"/>
            <a:chExt cx="520982" cy="623354"/>
          </a:xfrm>
        </p:grpSpPr>
        <p:sp>
          <p:nvSpPr>
            <p:cNvPr id="1585" name="Google Shape;1585;p22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2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2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2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2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2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2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2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2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2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2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2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2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8" name="Google Shape;1598;p22"/>
          <p:cNvGrpSpPr/>
          <p:nvPr/>
        </p:nvGrpSpPr>
        <p:grpSpPr>
          <a:xfrm>
            <a:off x="7962254" y="1023473"/>
            <a:ext cx="276638" cy="229911"/>
            <a:chOff x="3266679" y="4234561"/>
            <a:chExt cx="276638" cy="229911"/>
          </a:xfrm>
        </p:grpSpPr>
        <p:sp>
          <p:nvSpPr>
            <p:cNvPr id="1599" name="Google Shape;1599;p22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2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2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2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2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2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2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2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2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8" name="Google Shape;1608;p22"/>
          <p:cNvGrpSpPr/>
          <p:nvPr/>
        </p:nvGrpSpPr>
        <p:grpSpPr>
          <a:xfrm>
            <a:off x="8768679" y="256048"/>
            <a:ext cx="276638" cy="229911"/>
            <a:chOff x="3266679" y="4234561"/>
            <a:chExt cx="276638" cy="229911"/>
          </a:xfrm>
        </p:grpSpPr>
        <p:sp>
          <p:nvSpPr>
            <p:cNvPr id="1609" name="Google Shape;1609;p22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2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2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2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22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22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22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22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22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8" name="Google Shape;1618;p22"/>
          <p:cNvGrpSpPr/>
          <p:nvPr/>
        </p:nvGrpSpPr>
        <p:grpSpPr>
          <a:xfrm rot="5400000">
            <a:off x="-683753" y="4646893"/>
            <a:ext cx="2578691" cy="1211207"/>
            <a:chOff x="-3921" y="-416630"/>
            <a:chExt cx="2578691" cy="1211207"/>
          </a:xfrm>
        </p:grpSpPr>
        <p:sp>
          <p:nvSpPr>
            <p:cNvPr id="1619" name="Google Shape;1619;p22"/>
            <p:cNvSpPr/>
            <p:nvPr/>
          </p:nvSpPr>
          <p:spPr>
            <a:xfrm flipH="1" rot="5400000">
              <a:off x="131260" y="-154586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2"/>
            <p:cNvSpPr/>
            <p:nvPr/>
          </p:nvSpPr>
          <p:spPr>
            <a:xfrm flipH="1" rot="5400000">
              <a:off x="131467" y="-154164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2"/>
            <p:cNvSpPr/>
            <p:nvPr/>
          </p:nvSpPr>
          <p:spPr>
            <a:xfrm flipH="1" rot="5400000">
              <a:off x="131261" y="-154377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2"/>
            <p:cNvSpPr/>
            <p:nvPr/>
          </p:nvSpPr>
          <p:spPr>
            <a:xfrm flipH="1" rot="5400000">
              <a:off x="131262" y="-149614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2"/>
            <p:cNvSpPr/>
            <p:nvPr/>
          </p:nvSpPr>
          <p:spPr>
            <a:xfrm flipH="1" rot="5400000">
              <a:off x="131467" y="-154373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2"/>
            <p:cNvSpPr/>
            <p:nvPr/>
          </p:nvSpPr>
          <p:spPr>
            <a:xfrm flipH="1" rot="5400000">
              <a:off x="131249" y="158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2"/>
            <p:cNvSpPr/>
            <p:nvPr/>
          </p:nvSpPr>
          <p:spPr>
            <a:xfrm flipH="1" rot="5400000">
              <a:off x="131465" y="717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2"/>
            <p:cNvSpPr/>
            <p:nvPr/>
          </p:nvSpPr>
          <p:spPr>
            <a:xfrm flipH="1" rot="5400000">
              <a:off x="131046" y="-9577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2"/>
            <p:cNvSpPr/>
            <p:nvPr/>
          </p:nvSpPr>
          <p:spPr>
            <a:xfrm flipH="1" rot="5400000">
              <a:off x="131250" y="-3987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2"/>
            <p:cNvSpPr/>
            <p:nvPr/>
          </p:nvSpPr>
          <p:spPr>
            <a:xfrm flipH="1" rot="5400000">
              <a:off x="272402" y="-413834"/>
              <a:ext cx="807333" cy="801740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2"/>
            <p:cNvSpPr/>
            <p:nvPr/>
          </p:nvSpPr>
          <p:spPr>
            <a:xfrm flipH="1" rot="5400000">
              <a:off x="537316" y="-150868"/>
              <a:ext cx="277488" cy="275820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2"/>
            <p:cNvSpPr/>
            <p:nvPr/>
          </p:nvSpPr>
          <p:spPr>
            <a:xfrm flipH="1" rot="5400000">
              <a:off x="1074136" y="-413823"/>
              <a:ext cx="807333" cy="801719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2"/>
            <p:cNvSpPr/>
            <p:nvPr/>
          </p:nvSpPr>
          <p:spPr>
            <a:xfrm flipH="1" rot="5400000">
              <a:off x="1474565" y="-9961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2"/>
            <p:cNvSpPr/>
            <p:nvPr/>
          </p:nvSpPr>
          <p:spPr>
            <a:xfrm flipH="1" rot="5400000">
              <a:off x="673046" y="-10166"/>
              <a:ext cx="807767" cy="801719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2"/>
            <p:cNvSpPr/>
            <p:nvPr/>
          </p:nvSpPr>
          <p:spPr>
            <a:xfrm flipH="1" rot="5400000">
              <a:off x="898980" y="-19134"/>
              <a:ext cx="355899" cy="801719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2"/>
            <p:cNvSpPr/>
            <p:nvPr/>
          </p:nvSpPr>
          <p:spPr>
            <a:xfrm flipH="1" rot="5400000">
              <a:off x="474116" y="191754"/>
              <a:ext cx="403905" cy="801740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2"/>
            <p:cNvSpPr/>
            <p:nvPr/>
          </p:nvSpPr>
          <p:spPr>
            <a:xfrm flipH="1" rot="5400000">
              <a:off x="1676713" y="-615540"/>
              <a:ext cx="403471" cy="801310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2"/>
            <p:cNvSpPr/>
            <p:nvPr/>
          </p:nvSpPr>
          <p:spPr>
            <a:xfrm flipH="1" rot="5400000">
              <a:off x="2352665" y="-490189"/>
              <a:ext cx="148532" cy="29568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2"/>
            <p:cNvSpPr/>
            <p:nvPr/>
          </p:nvSpPr>
          <p:spPr>
            <a:xfrm flipH="1" rot="5400000">
              <a:off x="875194" y="-615745"/>
              <a:ext cx="403471" cy="801719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8" name="Google Shape;1638;p22"/>
          <p:cNvGrpSpPr/>
          <p:nvPr/>
        </p:nvGrpSpPr>
        <p:grpSpPr>
          <a:xfrm>
            <a:off x="8012857" y="4298936"/>
            <a:ext cx="520982" cy="623354"/>
            <a:chOff x="8430770" y="227823"/>
            <a:chExt cx="520982" cy="623354"/>
          </a:xfrm>
        </p:grpSpPr>
        <p:sp>
          <p:nvSpPr>
            <p:cNvPr id="1639" name="Google Shape;1639;p22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2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22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2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2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2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2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2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2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2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2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2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2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23"/>
          <p:cNvSpPr/>
          <p:nvPr/>
        </p:nvSpPr>
        <p:spPr>
          <a:xfrm>
            <a:off x="5353064" y="2"/>
            <a:ext cx="3791022" cy="1189527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23"/>
          <p:cNvSpPr txBox="1"/>
          <p:nvPr>
            <p:ph type="title"/>
          </p:nvPr>
        </p:nvSpPr>
        <p:spPr>
          <a:xfrm>
            <a:off x="2138855" y="1188813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55" name="Google Shape;1655;p23"/>
          <p:cNvSpPr txBox="1"/>
          <p:nvPr>
            <p:ph idx="1" type="subTitle"/>
          </p:nvPr>
        </p:nvSpPr>
        <p:spPr>
          <a:xfrm>
            <a:off x="2138855" y="1403863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6" name="Google Shape;1656;p23"/>
          <p:cNvSpPr txBox="1"/>
          <p:nvPr>
            <p:ph idx="2" type="title"/>
          </p:nvPr>
        </p:nvSpPr>
        <p:spPr>
          <a:xfrm>
            <a:off x="6025316" y="1188813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57" name="Google Shape;1657;p23"/>
          <p:cNvSpPr txBox="1"/>
          <p:nvPr>
            <p:ph idx="3" type="subTitle"/>
          </p:nvPr>
        </p:nvSpPr>
        <p:spPr>
          <a:xfrm>
            <a:off x="6025316" y="1403863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8" name="Google Shape;1658;p23"/>
          <p:cNvSpPr txBox="1"/>
          <p:nvPr>
            <p:ph idx="4" type="title"/>
          </p:nvPr>
        </p:nvSpPr>
        <p:spPr>
          <a:xfrm>
            <a:off x="2138855" y="2344701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59" name="Google Shape;1659;p23"/>
          <p:cNvSpPr txBox="1"/>
          <p:nvPr>
            <p:ph idx="5" type="subTitle"/>
          </p:nvPr>
        </p:nvSpPr>
        <p:spPr>
          <a:xfrm>
            <a:off x="2138855" y="2559751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0" name="Google Shape;1660;p23"/>
          <p:cNvSpPr txBox="1"/>
          <p:nvPr>
            <p:ph idx="6" type="title"/>
          </p:nvPr>
        </p:nvSpPr>
        <p:spPr>
          <a:xfrm>
            <a:off x="6025316" y="2344701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61" name="Google Shape;1661;p23"/>
          <p:cNvSpPr txBox="1"/>
          <p:nvPr>
            <p:ph idx="7" type="subTitle"/>
          </p:nvPr>
        </p:nvSpPr>
        <p:spPr>
          <a:xfrm>
            <a:off x="6025316" y="2559751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2" name="Google Shape;1662;p23"/>
          <p:cNvSpPr txBox="1"/>
          <p:nvPr>
            <p:ph idx="8" type="title"/>
          </p:nvPr>
        </p:nvSpPr>
        <p:spPr>
          <a:xfrm>
            <a:off x="6025316" y="3481122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63" name="Google Shape;1663;p23"/>
          <p:cNvSpPr txBox="1"/>
          <p:nvPr>
            <p:ph idx="9" type="subTitle"/>
          </p:nvPr>
        </p:nvSpPr>
        <p:spPr>
          <a:xfrm>
            <a:off x="6025316" y="3720196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4" name="Google Shape;1664;p23"/>
          <p:cNvSpPr txBox="1"/>
          <p:nvPr>
            <p:ph idx="13" type="title"/>
          </p:nvPr>
        </p:nvSpPr>
        <p:spPr>
          <a:xfrm>
            <a:off x="2138855" y="3481122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65" name="Google Shape;1665;p23"/>
          <p:cNvSpPr txBox="1"/>
          <p:nvPr>
            <p:ph idx="14" type="subTitle"/>
          </p:nvPr>
        </p:nvSpPr>
        <p:spPr>
          <a:xfrm>
            <a:off x="2138855" y="3720196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6" name="Google Shape;1666;p23"/>
          <p:cNvSpPr txBox="1"/>
          <p:nvPr>
            <p:ph idx="15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7" name="Google Shape;1667;p23"/>
          <p:cNvSpPr/>
          <p:nvPr/>
        </p:nvSpPr>
        <p:spPr>
          <a:xfrm flipH="1" rot="-5400000">
            <a:off x="-994618" y="3239193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8" name="Google Shape;1668;p23"/>
          <p:cNvGrpSpPr/>
          <p:nvPr/>
        </p:nvGrpSpPr>
        <p:grpSpPr>
          <a:xfrm flipH="1" rot="10800000">
            <a:off x="-15623" y="3"/>
            <a:ext cx="1457690" cy="1490836"/>
            <a:chOff x="-15623" y="3787053"/>
            <a:chExt cx="1457690" cy="1490836"/>
          </a:xfrm>
        </p:grpSpPr>
        <p:sp>
          <p:nvSpPr>
            <p:cNvPr id="1669" name="Google Shape;1669;p23"/>
            <p:cNvSpPr/>
            <p:nvPr/>
          </p:nvSpPr>
          <p:spPr>
            <a:xfrm rot="10800000">
              <a:off x="1196394" y="5256715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3"/>
            <p:cNvSpPr/>
            <p:nvPr/>
          </p:nvSpPr>
          <p:spPr>
            <a:xfrm rot="10800000">
              <a:off x="1130488" y="5190810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3"/>
            <p:cNvSpPr/>
            <p:nvPr/>
          </p:nvSpPr>
          <p:spPr>
            <a:xfrm rot="10800000">
              <a:off x="1271465" y="518164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3"/>
            <p:cNvSpPr/>
            <p:nvPr/>
          </p:nvSpPr>
          <p:spPr>
            <a:xfrm rot="10800000">
              <a:off x="915503" y="4927885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3"/>
            <p:cNvSpPr/>
            <p:nvPr/>
          </p:nvSpPr>
          <p:spPr>
            <a:xfrm rot="10800000">
              <a:off x="1205560" y="511573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3"/>
            <p:cNvSpPr/>
            <p:nvPr/>
          </p:nvSpPr>
          <p:spPr>
            <a:xfrm rot="10800000">
              <a:off x="1346188" y="510693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3"/>
            <p:cNvSpPr/>
            <p:nvPr/>
          </p:nvSpPr>
          <p:spPr>
            <a:xfrm rot="10800000">
              <a:off x="1280283" y="5041033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3"/>
            <p:cNvSpPr/>
            <p:nvPr/>
          </p:nvSpPr>
          <p:spPr>
            <a:xfrm rot="10800000">
              <a:off x="1420893" y="503221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3"/>
            <p:cNvSpPr/>
            <p:nvPr/>
          </p:nvSpPr>
          <p:spPr>
            <a:xfrm rot="10800000">
              <a:off x="-15623" y="4365755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3"/>
            <p:cNvSpPr/>
            <p:nvPr/>
          </p:nvSpPr>
          <p:spPr>
            <a:xfrm rot="10800000">
              <a:off x="508448" y="4365755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3"/>
            <p:cNvSpPr/>
            <p:nvPr/>
          </p:nvSpPr>
          <p:spPr>
            <a:xfrm rot="10800000">
              <a:off x="325178" y="4365755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3"/>
            <p:cNvSpPr/>
            <p:nvPr/>
          </p:nvSpPr>
          <p:spPr>
            <a:xfrm rot="10800000">
              <a:off x="1214378" y="497512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3"/>
            <p:cNvSpPr/>
            <p:nvPr/>
          </p:nvSpPr>
          <p:spPr>
            <a:xfrm rot="10800000">
              <a:off x="1354988" y="496631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3"/>
            <p:cNvSpPr/>
            <p:nvPr/>
          </p:nvSpPr>
          <p:spPr>
            <a:xfrm rot="10800000">
              <a:off x="1148472" y="490922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3"/>
            <p:cNvSpPr/>
            <p:nvPr/>
          </p:nvSpPr>
          <p:spPr>
            <a:xfrm rot="10800000">
              <a:off x="1289083" y="4900404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3"/>
            <p:cNvSpPr/>
            <p:nvPr/>
          </p:nvSpPr>
          <p:spPr>
            <a:xfrm rot="10800000">
              <a:off x="1223177" y="4834499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3"/>
            <p:cNvSpPr/>
            <p:nvPr/>
          </p:nvSpPr>
          <p:spPr>
            <a:xfrm rot="10800000">
              <a:off x="-15623" y="4024588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3"/>
            <p:cNvSpPr/>
            <p:nvPr/>
          </p:nvSpPr>
          <p:spPr>
            <a:xfrm rot="10800000">
              <a:off x="208162" y="4248391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3"/>
            <p:cNvSpPr/>
            <p:nvPr/>
          </p:nvSpPr>
          <p:spPr>
            <a:xfrm rot="10800000">
              <a:off x="324115" y="3787053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3"/>
            <p:cNvSpPr/>
            <p:nvPr/>
          </p:nvSpPr>
          <p:spPr>
            <a:xfrm rot="10800000">
              <a:off x="300503" y="3807146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3"/>
            <p:cNvSpPr/>
            <p:nvPr/>
          </p:nvSpPr>
          <p:spPr>
            <a:xfrm rot="10800000">
              <a:off x="347727" y="3808906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3"/>
            <p:cNvSpPr/>
            <p:nvPr/>
          </p:nvSpPr>
          <p:spPr>
            <a:xfrm rot="10800000">
              <a:off x="276890" y="3830758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3"/>
            <p:cNvSpPr/>
            <p:nvPr/>
          </p:nvSpPr>
          <p:spPr>
            <a:xfrm rot="10800000">
              <a:off x="371339" y="3832866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3"/>
            <p:cNvSpPr/>
            <p:nvPr/>
          </p:nvSpPr>
          <p:spPr>
            <a:xfrm rot="10800000">
              <a:off x="253278" y="3854370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3"/>
            <p:cNvSpPr/>
            <p:nvPr/>
          </p:nvSpPr>
          <p:spPr>
            <a:xfrm rot="10800000">
              <a:off x="394952" y="3856479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4" name="Google Shape;1694;p23"/>
          <p:cNvGrpSpPr/>
          <p:nvPr/>
        </p:nvGrpSpPr>
        <p:grpSpPr>
          <a:xfrm>
            <a:off x="8097643" y="3829932"/>
            <a:ext cx="1052283" cy="1322192"/>
            <a:chOff x="3515716" y="5634203"/>
            <a:chExt cx="1052283" cy="1322192"/>
          </a:xfrm>
        </p:grpSpPr>
        <p:sp>
          <p:nvSpPr>
            <p:cNvPr id="1695" name="Google Shape;1695;p23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3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23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23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23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23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23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23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23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23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23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23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23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23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9" name="Google Shape;1709;p23"/>
          <p:cNvGrpSpPr/>
          <p:nvPr/>
        </p:nvGrpSpPr>
        <p:grpSpPr>
          <a:xfrm>
            <a:off x="8170282" y="3453786"/>
            <a:ext cx="520982" cy="623354"/>
            <a:chOff x="8430770" y="227823"/>
            <a:chExt cx="520982" cy="623354"/>
          </a:xfrm>
        </p:grpSpPr>
        <p:sp>
          <p:nvSpPr>
            <p:cNvPr id="1710" name="Google Shape;1710;p23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23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23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23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23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3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3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3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3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3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3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3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3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3" name="Google Shape;1723;p23"/>
          <p:cNvGrpSpPr/>
          <p:nvPr/>
        </p:nvGrpSpPr>
        <p:grpSpPr>
          <a:xfrm>
            <a:off x="183979" y="1505236"/>
            <a:ext cx="276638" cy="229911"/>
            <a:chOff x="3266679" y="4234561"/>
            <a:chExt cx="276638" cy="229911"/>
          </a:xfrm>
        </p:grpSpPr>
        <p:sp>
          <p:nvSpPr>
            <p:cNvPr id="1724" name="Google Shape;1724;p23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3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3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3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3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3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3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3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3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7_1"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24"/>
          <p:cNvSpPr txBox="1"/>
          <p:nvPr>
            <p:ph type="title"/>
          </p:nvPr>
        </p:nvSpPr>
        <p:spPr>
          <a:xfrm>
            <a:off x="718637" y="1954044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35" name="Google Shape;1735;p24"/>
          <p:cNvSpPr txBox="1"/>
          <p:nvPr>
            <p:ph idx="1" type="subTitle"/>
          </p:nvPr>
        </p:nvSpPr>
        <p:spPr>
          <a:xfrm>
            <a:off x="718637" y="2127414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6" name="Google Shape;1736;p24"/>
          <p:cNvSpPr txBox="1"/>
          <p:nvPr>
            <p:ph idx="2" type="title"/>
          </p:nvPr>
        </p:nvSpPr>
        <p:spPr>
          <a:xfrm>
            <a:off x="3579000" y="1954044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37" name="Google Shape;1737;p24"/>
          <p:cNvSpPr txBox="1"/>
          <p:nvPr>
            <p:ph idx="3" type="subTitle"/>
          </p:nvPr>
        </p:nvSpPr>
        <p:spPr>
          <a:xfrm>
            <a:off x="3579000" y="2127414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8" name="Google Shape;1738;p24"/>
          <p:cNvSpPr txBox="1"/>
          <p:nvPr>
            <p:ph idx="4" type="title"/>
          </p:nvPr>
        </p:nvSpPr>
        <p:spPr>
          <a:xfrm>
            <a:off x="718637" y="3682520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39" name="Google Shape;1739;p24"/>
          <p:cNvSpPr txBox="1"/>
          <p:nvPr>
            <p:ph idx="5" type="subTitle"/>
          </p:nvPr>
        </p:nvSpPr>
        <p:spPr>
          <a:xfrm>
            <a:off x="718637" y="3855890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0" name="Google Shape;1740;p24"/>
          <p:cNvSpPr txBox="1"/>
          <p:nvPr>
            <p:ph idx="6" type="title"/>
          </p:nvPr>
        </p:nvSpPr>
        <p:spPr>
          <a:xfrm>
            <a:off x="3579000" y="3682520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1" name="Google Shape;1741;p24"/>
          <p:cNvSpPr txBox="1"/>
          <p:nvPr>
            <p:ph idx="7" type="subTitle"/>
          </p:nvPr>
        </p:nvSpPr>
        <p:spPr>
          <a:xfrm>
            <a:off x="3579000" y="3855890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2" name="Google Shape;1742;p24"/>
          <p:cNvSpPr txBox="1"/>
          <p:nvPr>
            <p:ph idx="8" type="title"/>
          </p:nvPr>
        </p:nvSpPr>
        <p:spPr>
          <a:xfrm>
            <a:off x="6439363" y="1954044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3" name="Google Shape;1743;p24"/>
          <p:cNvSpPr txBox="1"/>
          <p:nvPr>
            <p:ph idx="9" type="subTitle"/>
          </p:nvPr>
        </p:nvSpPr>
        <p:spPr>
          <a:xfrm>
            <a:off x="6439363" y="2127414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4" name="Google Shape;1744;p24"/>
          <p:cNvSpPr txBox="1"/>
          <p:nvPr>
            <p:ph idx="13" type="title"/>
          </p:nvPr>
        </p:nvSpPr>
        <p:spPr>
          <a:xfrm>
            <a:off x="6439363" y="3682520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5" name="Google Shape;1745;p24"/>
          <p:cNvSpPr txBox="1"/>
          <p:nvPr>
            <p:ph idx="14" type="subTitle"/>
          </p:nvPr>
        </p:nvSpPr>
        <p:spPr>
          <a:xfrm>
            <a:off x="6439363" y="3855890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6" name="Google Shape;1746;p24"/>
          <p:cNvSpPr txBox="1"/>
          <p:nvPr>
            <p:ph idx="15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47" name="Google Shape;1747;p24"/>
          <p:cNvSpPr/>
          <p:nvPr/>
        </p:nvSpPr>
        <p:spPr>
          <a:xfrm flipH="1" rot="5400000">
            <a:off x="723969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24"/>
          <p:cNvSpPr/>
          <p:nvPr/>
        </p:nvSpPr>
        <p:spPr>
          <a:xfrm rot="-5400000">
            <a:off x="-99455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9" name="Google Shape;1749;p24"/>
          <p:cNvGrpSpPr/>
          <p:nvPr/>
        </p:nvGrpSpPr>
        <p:grpSpPr>
          <a:xfrm flipH="1" rot="10800000">
            <a:off x="-15623" y="3"/>
            <a:ext cx="1457690" cy="1490836"/>
            <a:chOff x="-15623" y="3787053"/>
            <a:chExt cx="1457690" cy="1490836"/>
          </a:xfrm>
        </p:grpSpPr>
        <p:sp>
          <p:nvSpPr>
            <p:cNvPr id="1750" name="Google Shape;1750;p24"/>
            <p:cNvSpPr/>
            <p:nvPr/>
          </p:nvSpPr>
          <p:spPr>
            <a:xfrm rot="10800000">
              <a:off x="1420893" y="503221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4"/>
            <p:cNvSpPr/>
            <p:nvPr/>
          </p:nvSpPr>
          <p:spPr>
            <a:xfrm rot="10800000">
              <a:off x="1346188" y="510693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4"/>
            <p:cNvSpPr/>
            <p:nvPr/>
          </p:nvSpPr>
          <p:spPr>
            <a:xfrm rot="10800000">
              <a:off x="1271465" y="518164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4"/>
            <p:cNvSpPr/>
            <p:nvPr/>
          </p:nvSpPr>
          <p:spPr>
            <a:xfrm rot="10800000">
              <a:off x="1196394" y="5256715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4"/>
            <p:cNvSpPr/>
            <p:nvPr/>
          </p:nvSpPr>
          <p:spPr>
            <a:xfrm rot="10800000">
              <a:off x="1354988" y="496631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4"/>
            <p:cNvSpPr/>
            <p:nvPr/>
          </p:nvSpPr>
          <p:spPr>
            <a:xfrm rot="10800000">
              <a:off x="1280283" y="5041033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4"/>
            <p:cNvSpPr/>
            <p:nvPr/>
          </p:nvSpPr>
          <p:spPr>
            <a:xfrm rot="10800000">
              <a:off x="1205560" y="511573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4"/>
            <p:cNvSpPr/>
            <p:nvPr/>
          </p:nvSpPr>
          <p:spPr>
            <a:xfrm rot="10800000">
              <a:off x="1130488" y="5190810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4"/>
            <p:cNvSpPr/>
            <p:nvPr/>
          </p:nvSpPr>
          <p:spPr>
            <a:xfrm rot="10800000">
              <a:off x="1289083" y="4900404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4"/>
            <p:cNvSpPr/>
            <p:nvPr/>
          </p:nvSpPr>
          <p:spPr>
            <a:xfrm rot="10800000">
              <a:off x="1214378" y="497512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4"/>
            <p:cNvSpPr/>
            <p:nvPr/>
          </p:nvSpPr>
          <p:spPr>
            <a:xfrm rot="10800000">
              <a:off x="1223177" y="4834499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4"/>
            <p:cNvSpPr/>
            <p:nvPr/>
          </p:nvSpPr>
          <p:spPr>
            <a:xfrm rot="10800000">
              <a:off x="1148472" y="490922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4"/>
            <p:cNvSpPr/>
            <p:nvPr/>
          </p:nvSpPr>
          <p:spPr>
            <a:xfrm rot="10800000">
              <a:off x="300503" y="3807146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4"/>
            <p:cNvSpPr/>
            <p:nvPr/>
          </p:nvSpPr>
          <p:spPr>
            <a:xfrm rot="10800000">
              <a:off x="253278" y="3854370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4"/>
            <p:cNvSpPr/>
            <p:nvPr/>
          </p:nvSpPr>
          <p:spPr>
            <a:xfrm rot="10800000">
              <a:off x="324115" y="3787053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4"/>
            <p:cNvSpPr/>
            <p:nvPr/>
          </p:nvSpPr>
          <p:spPr>
            <a:xfrm rot="10800000">
              <a:off x="276890" y="3830758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4"/>
            <p:cNvSpPr/>
            <p:nvPr/>
          </p:nvSpPr>
          <p:spPr>
            <a:xfrm rot="10800000">
              <a:off x="394952" y="3856479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4"/>
            <p:cNvSpPr/>
            <p:nvPr/>
          </p:nvSpPr>
          <p:spPr>
            <a:xfrm rot="10800000">
              <a:off x="347727" y="3808906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4"/>
            <p:cNvSpPr/>
            <p:nvPr/>
          </p:nvSpPr>
          <p:spPr>
            <a:xfrm rot="10800000">
              <a:off x="371339" y="3832866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4"/>
            <p:cNvSpPr/>
            <p:nvPr/>
          </p:nvSpPr>
          <p:spPr>
            <a:xfrm rot="10800000">
              <a:off x="915503" y="4927885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4"/>
            <p:cNvSpPr/>
            <p:nvPr/>
          </p:nvSpPr>
          <p:spPr>
            <a:xfrm rot="10800000">
              <a:off x="-15623" y="4024588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4"/>
            <p:cNvSpPr/>
            <p:nvPr/>
          </p:nvSpPr>
          <p:spPr>
            <a:xfrm rot="10800000">
              <a:off x="208162" y="4248391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4"/>
            <p:cNvSpPr/>
            <p:nvPr/>
          </p:nvSpPr>
          <p:spPr>
            <a:xfrm rot="10800000">
              <a:off x="325178" y="4365755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4"/>
            <p:cNvSpPr/>
            <p:nvPr/>
          </p:nvSpPr>
          <p:spPr>
            <a:xfrm rot="10800000">
              <a:off x="508448" y="4365755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4"/>
            <p:cNvSpPr/>
            <p:nvPr/>
          </p:nvSpPr>
          <p:spPr>
            <a:xfrm rot="10800000">
              <a:off x="-15623" y="4365755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5" name="Google Shape;1775;p24"/>
          <p:cNvGrpSpPr/>
          <p:nvPr/>
        </p:nvGrpSpPr>
        <p:grpSpPr>
          <a:xfrm>
            <a:off x="8056007" y="3821316"/>
            <a:ext cx="1052283" cy="1322192"/>
            <a:chOff x="3515716" y="5634203"/>
            <a:chExt cx="1052283" cy="1322192"/>
          </a:xfrm>
        </p:grpSpPr>
        <p:sp>
          <p:nvSpPr>
            <p:cNvPr id="1776" name="Google Shape;1776;p24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4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4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4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4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4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4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4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4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4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4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4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4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24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0" name="Google Shape;1790;p24"/>
          <p:cNvGrpSpPr/>
          <p:nvPr/>
        </p:nvGrpSpPr>
        <p:grpSpPr>
          <a:xfrm>
            <a:off x="8556157" y="3075911"/>
            <a:ext cx="520982" cy="623354"/>
            <a:chOff x="8430770" y="227823"/>
            <a:chExt cx="520982" cy="623354"/>
          </a:xfrm>
        </p:grpSpPr>
        <p:sp>
          <p:nvSpPr>
            <p:cNvPr id="1791" name="Google Shape;1791;p24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4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4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4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4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4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4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4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4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4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4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24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4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4" name="Google Shape;1804;p24"/>
          <p:cNvGrpSpPr/>
          <p:nvPr/>
        </p:nvGrpSpPr>
        <p:grpSpPr>
          <a:xfrm>
            <a:off x="197004" y="1601023"/>
            <a:ext cx="276638" cy="229911"/>
            <a:chOff x="3266679" y="4234561"/>
            <a:chExt cx="276638" cy="229911"/>
          </a:xfrm>
        </p:grpSpPr>
        <p:sp>
          <p:nvSpPr>
            <p:cNvPr id="1805" name="Google Shape;1805;p24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4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4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4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4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4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4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4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4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25"/>
          <p:cNvSpPr txBox="1"/>
          <p:nvPr>
            <p:ph hasCustomPrompt="1" type="title"/>
          </p:nvPr>
        </p:nvSpPr>
        <p:spPr>
          <a:xfrm>
            <a:off x="2713200" y="702549"/>
            <a:ext cx="3717600" cy="6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16" name="Google Shape;1816;p25"/>
          <p:cNvSpPr txBox="1"/>
          <p:nvPr>
            <p:ph idx="1" type="subTitle"/>
          </p:nvPr>
        </p:nvSpPr>
        <p:spPr>
          <a:xfrm>
            <a:off x="2713200" y="1484282"/>
            <a:ext cx="3717600" cy="36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17" name="Google Shape;1817;p25"/>
          <p:cNvSpPr txBox="1"/>
          <p:nvPr>
            <p:ph hasCustomPrompt="1" idx="2" type="title"/>
          </p:nvPr>
        </p:nvSpPr>
        <p:spPr>
          <a:xfrm>
            <a:off x="2713200" y="1920982"/>
            <a:ext cx="37176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18" name="Google Shape;1818;p25"/>
          <p:cNvSpPr txBox="1"/>
          <p:nvPr>
            <p:ph idx="3" type="subTitle"/>
          </p:nvPr>
        </p:nvSpPr>
        <p:spPr>
          <a:xfrm>
            <a:off x="2713200" y="2703651"/>
            <a:ext cx="3717600" cy="36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19" name="Google Shape;1819;p25"/>
          <p:cNvSpPr txBox="1"/>
          <p:nvPr>
            <p:ph hasCustomPrompt="1" idx="4" type="title"/>
          </p:nvPr>
        </p:nvSpPr>
        <p:spPr>
          <a:xfrm>
            <a:off x="2713200" y="3292582"/>
            <a:ext cx="37176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20" name="Google Shape;1820;p25"/>
          <p:cNvSpPr txBox="1"/>
          <p:nvPr>
            <p:ph idx="5" type="subTitle"/>
          </p:nvPr>
        </p:nvSpPr>
        <p:spPr>
          <a:xfrm>
            <a:off x="2713200" y="4075251"/>
            <a:ext cx="3717600" cy="36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21" name="Google Shape;1821;p25"/>
          <p:cNvSpPr/>
          <p:nvPr/>
        </p:nvSpPr>
        <p:spPr>
          <a:xfrm flipH="1" rot="-5400000">
            <a:off x="-994618" y="3239193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25"/>
          <p:cNvSpPr/>
          <p:nvPr/>
        </p:nvSpPr>
        <p:spPr>
          <a:xfrm flipH="1" rot="5400000">
            <a:off x="723969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3" name="Google Shape;1823;p25"/>
          <p:cNvGrpSpPr/>
          <p:nvPr/>
        </p:nvGrpSpPr>
        <p:grpSpPr>
          <a:xfrm rot="-5400000">
            <a:off x="6991967" y="2991385"/>
            <a:ext cx="1725614" cy="2578700"/>
            <a:chOff x="1056052" y="3"/>
            <a:chExt cx="1457690" cy="2194639"/>
          </a:xfrm>
        </p:grpSpPr>
        <p:sp>
          <p:nvSpPr>
            <p:cNvPr id="1824" name="Google Shape;1824;p25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5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5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5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5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5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5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25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25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5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5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5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5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25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25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25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25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25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5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25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25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5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5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5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5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5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5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5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5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5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5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5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6" name="Google Shape;1856;p25"/>
          <p:cNvGrpSpPr/>
          <p:nvPr/>
        </p:nvGrpSpPr>
        <p:grpSpPr>
          <a:xfrm rot="-5400000">
            <a:off x="-683746" y="683734"/>
            <a:ext cx="2578691" cy="1211207"/>
            <a:chOff x="-3921" y="-416630"/>
            <a:chExt cx="2578691" cy="1211207"/>
          </a:xfrm>
        </p:grpSpPr>
        <p:sp>
          <p:nvSpPr>
            <p:cNvPr id="1857" name="Google Shape;1857;p25"/>
            <p:cNvSpPr/>
            <p:nvPr/>
          </p:nvSpPr>
          <p:spPr>
            <a:xfrm flipH="1" rot="5400000">
              <a:off x="131260" y="-154586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5"/>
            <p:cNvSpPr/>
            <p:nvPr/>
          </p:nvSpPr>
          <p:spPr>
            <a:xfrm flipH="1" rot="5400000">
              <a:off x="131467" y="-154164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5"/>
            <p:cNvSpPr/>
            <p:nvPr/>
          </p:nvSpPr>
          <p:spPr>
            <a:xfrm flipH="1" rot="5400000">
              <a:off x="131261" y="-154377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5"/>
            <p:cNvSpPr/>
            <p:nvPr/>
          </p:nvSpPr>
          <p:spPr>
            <a:xfrm flipH="1" rot="5400000">
              <a:off x="131262" y="-149614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5"/>
            <p:cNvSpPr/>
            <p:nvPr/>
          </p:nvSpPr>
          <p:spPr>
            <a:xfrm flipH="1" rot="5400000">
              <a:off x="131467" y="-154373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5"/>
            <p:cNvSpPr/>
            <p:nvPr/>
          </p:nvSpPr>
          <p:spPr>
            <a:xfrm flipH="1" rot="5400000">
              <a:off x="131249" y="158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5"/>
            <p:cNvSpPr/>
            <p:nvPr/>
          </p:nvSpPr>
          <p:spPr>
            <a:xfrm flipH="1" rot="5400000">
              <a:off x="131465" y="717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5"/>
            <p:cNvSpPr/>
            <p:nvPr/>
          </p:nvSpPr>
          <p:spPr>
            <a:xfrm flipH="1" rot="5400000">
              <a:off x="131046" y="-9577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5"/>
            <p:cNvSpPr/>
            <p:nvPr/>
          </p:nvSpPr>
          <p:spPr>
            <a:xfrm flipH="1" rot="5400000">
              <a:off x="131250" y="-3987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5"/>
            <p:cNvSpPr/>
            <p:nvPr/>
          </p:nvSpPr>
          <p:spPr>
            <a:xfrm flipH="1" rot="5400000">
              <a:off x="272402" y="-413834"/>
              <a:ext cx="807333" cy="801740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5"/>
            <p:cNvSpPr/>
            <p:nvPr/>
          </p:nvSpPr>
          <p:spPr>
            <a:xfrm flipH="1" rot="5400000">
              <a:off x="537316" y="-150868"/>
              <a:ext cx="277488" cy="275820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5"/>
            <p:cNvSpPr/>
            <p:nvPr/>
          </p:nvSpPr>
          <p:spPr>
            <a:xfrm flipH="1" rot="5400000">
              <a:off x="1074136" y="-413823"/>
              <a:ext cx="807333" cy="801719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5"/>
            <p:cNvSpPr/>
            <p:nvPr/>
          </p:nvSpPr>
          <p:spPr>
            <a:xfrm flipH="1" rot="5400000">
              <a:off x="1474565" y="-9961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5"/>
            <p:cNvSpPr/>
            <p:nvPr/>
          </p:nvSpPr>
          <p:spPr>
            <a:xfrm flipH="1" rot="5400000">
              <a:off x="673046" y="-10166"/>
              <a:ext cx="807767" cy="801719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5"/>
            <p:cNvSpPr/>
            <p:nvPr/>
          </p:nvSpPr>
          <p:spPr>
            <a:xfrm flipH="1" rot="5400000">
              <a:off x="898980" y="-19134"/>
              <a:ext cx="355899" cy="801719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5"/>
            <p:cNvSpPr/>
            <p:nvPr/>
          </p:nvSpPr>
          <p:spPr>
            <a:xfrm flipH="1" rot="5400000">
              <a:off x="474116" y="191754"/>
              <a:ext cx="403905" cy="801740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5"/>
            <p:cNvSpPr/>
            <p:nvPr/>
          </p:nvSpPr>
          <p:spPr>
            <a:xfrm flipH="1" rot="5400000">
              <a:off x="1676713" y="-615540"/>
              <a:ext cx="403471" cy="801310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5"/>
            <p:cNvSpPr/>
            <p:nvPr/>
          </p:nvSpPr>
          <p:spPr>
            <a:xfrm flipH="1" rot="5400000">
              <a:off x="2352665" y="-490189"/>
              <a:ext cx="148532" cy="29568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5"/>
            <p:cNvSpPr/>
            <p:nvPr/>
          </p:nvSpPr>
          <p:spPr>
            <a:xfrm flipH="1" rot="5400000">
              <a:off x="875194" y="-615745"/>
              <a:ext cx="403471" cy="801719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6" name="Google Shape;1876;p25"/>
          <p:cNvGrpSpPr/>
          <p:nvPr/>
        </p:nvGrpSpPr>
        <p:grpSpPr>
          <a:xfrm>
            <a:off x="8170282" y="3192761"/>
            <a:ext cx="520982" cy="623354"/>
            <a:chOff x="8430770" y="227823"/>
            <a:chExt cx="520982" cy="623354"/>
          </a:xfrm>
        </p:grpSpPr>
        <p:sp>
          <p:nvSpPr>
            <p:cNvPr id="1877" name="Google Shape;1877;p25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5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5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5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5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5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5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5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5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5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5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5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5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0" name="Google Shape;1890;p25"/>
          <p:cNvGrpSpPr/>
          <p:nvPr/>
        </p:nvGrpSpPr>
        <p:grpSpPr>
          <a:xfrm>
            <a:off x="-120775" y="2627441"/>
            <a:ext cx="1052283" cy="1322192"/>
            <a:chOff x="3515716" y="5634203"/>
            <a:chExt cx="1052283" cy="1322192"/>
          </a:xfrm>
        </p:grpSpPr>
        <p:sp>
          <p:nvSpPr>
            <p:cNvPr id="1891" name="Google Shape;1891;p25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5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5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5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5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5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5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5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5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5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5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5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5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5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26"/>
          <p:cNvSpPr txBox="1"/>
          <p:nvPr>
            <p:ph type="title"/>
          </p:nvPr>
        </p:nvSpPr>
        <p:spPr>
          <a:xfrm>
            <a:off x="709394" y="3096582"/>
            <a:ext cx="2058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07" name="Google Shape;1907;p26"/>
          <p:cNvSpPr txBox="1"/>
          <p:nvPr>
            <p:ph idx="2" type="title"/>
          </p:nvPr>
        </p:nvSpPr>
        <p:spPr>
          <a:xfrm>
            <a:off x="3542380" y="3096582"/>
            <a:ext cx="2058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08" name="Google Shape;1908;p26"/>
          <p:cNvSpPr txBox="1"/>
          <p:nvPr>
            <p:ph hasCustomPrompt="1" idx="3" type="title"/>
          </p:nvPr>
        </p:nvSpPr>
        <p:spPr>
          <a:xfrm>
            <a:off x="1282694" y="1758082"/>
            <a:ext cx="911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09" name="Google Shape;1909;p26"/>
          <p:cNvSpPr txBox="1"/>
          <p:nvPr>
            <p:ph idx="1" type="subTitle"/>
          </p:nvPr>
        </p:nvSpPr>
        <p:spPr>
          <a:xfrm>
            <a:off x="709394" y="3310886"/>
            <a:ext cx="20583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10" name="Google Shape;1910;p26"/>
          <p:cNvSpPr txBox="1"/>
          <p:nvPr>
            <p:ph hasCustomPrompt="1" idx="4" type="title"/>
          </p:nvPr>
        </p:nvSpPr>
        <p:spPr>
          <a:xfrm>
            <a:off x="4115680" y="1758082"/>
            <a:ext cx="911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1" name="Google Shape;1911;p26"/>
          <p:cNvSpPr txBox="1"/>
          <p:nvPr>
            <p:ph idx="5" type="subTitle"/>
          </p:nvPr>
        </p:nvSpPr>
        <p:spPr>
          <a:xfrm>
            <a:off x="3542380" y="3310886"/>
            <a:ext cx="20583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12" name="Google Shape;1912;p26"/>
          <p:cNvSpPr txBox="1"/>
          <p:nvPr>
            <p:ph idx="6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l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13" name="Google Shape;1913;p26"/>
          <p:cNvSpPr txBox="1"/>
          <p:nvPr>
            <p:ph idx="7" type="title"/>
          </p:nvPr>
        </p:nvSpPr>
        <p:spPr>
          <a:xfrm>
            <a:off x="6374206" y="3096582"/>
            <a:ext cx="2058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14" name="Google Shape;1914;p26"/>
          <p:cNvSpPr txBox="1"/>
          <p:nvPr>
            <p:ph hasCustomPrompt="1" idx="8" type="title"/>
          </p:nvPr>
        </p:nvSpPr>
        <p:spPr>
          <a:xfrm>
            <a:off x="6947506" y="1758082"/>
            <a:ext cx="911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5" name="Google Shape;1915;p26"/>
          <p:cNvSpPr txBox="1"/>
          <p:nvPr>
            <p:ph idx="9" type="subTitle"/>
          </p:nvPr>
        </p:nvSpPr>
        <p:spPr>
          <a:xfrm>
            <a:off x="6372106" y="3310886"/>
            <a:ext cx="20625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16" name="Google Shape;1916;p26"/>
          <p:cNvSpPr/>
          <p:nvPr/>
        </p:nvSpPr>
        <p:spPr>
          <a:xfrm flipH="1">
            <a:off x="-11" y="2"/>
            <a:ext cx="3791022" cy="1189527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7" name="Google Shape;1917;p26"/>
          <p:cNvGrpSpPr/>
          <p:nvPr/>
        </p:nvGrpSpPr>
        <p:grpSpPr>
          <a:xfrm flipH="1" rot="-5400000">
            <a:off x="7315977" y="-368472"/>
            <a:ext cx="1457690" cy="2194639"/>
            <a:chOff x="1056052" y="3"/>
            <a:chExt cx="1457690" cy="2194639"/>
          </a:xfrm>
        </p:grpSpPr>
        <p:sp>
          <p:nvSpPr>
            <p:cNvPr id="1918" name="Google Shape;1918;p26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26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26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26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26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26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26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26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26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26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26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26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26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26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26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26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26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26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26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26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26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6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6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6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6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6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6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6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6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6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6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6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0" name="Google Shape;1950;p26"/>
          <p:cNvGrpSpPr/>
          <p:nvPr/>
        </p:nvGrpSpPr>
        <p:grpSpPr>
          <a:xfrm>
            <a:off x="8580704" y="1114498"/>
            <a:ext cx="276638" cy="229911"/>
            <a:chOff x="3266679" y="4234561"/>
            <a:chExt cx="276638" cy="229911"/>
          </a:xfrm>
        </p:grpSpPr>
        <p:sp>
          <p:nvSpPr>
            <p:cNvPr id="1951" name="Google Shape;1951;p26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6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6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6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6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6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6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6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6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0" name="Google Shape;1960;p26"/>
          <p:cNvGrpSpPr/>
          <p:nvPr/>
        </p:nvGrpSpPr>
        <p:grpSpPr>
          <a:xfrm>
            <a:off x="199007" y="4520136"/>
            <a:ext cx="520982" cy="623354"/>
            <a:chOff x="8430770" y="227823"/>
            <a:chExt cx="520982" cy="623354"/>
          </a:xfrm>
        </p:grpSpPr>
        <p:sp>
          <p:nvSpPr>
            <p:cNvPr id="1961" name="Google Shape;1961;p26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6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6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6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6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6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6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6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6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6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6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6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6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4" name="Google Shape;1974;p26"/>
          <p:cNvGrpSpPr/>
          <p:nvPr/>
        </p:nvGrpSpPr>
        <p:grpSpPr>
          <a:xfrm>
            <a:off x="321179" y="4171173"/>
            <a:ext cx="276638" cy="229911"/>
            <a:chOff x="3266679" y="4234561"/>
            <a:chExt cx="276638" cy="229911"/>
          </a:xfrm>
        </p:grpSpPr>
        <p:sp>
          <p:nvSpPr>
            <p:cNvPr id="1975" name="Google Shape;1975;p26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6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6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6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6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6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6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6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6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27"/>
          <p:cNvSpPr txBox="1"/>
          <p:nvPr>
            <p:ph type="title"/>
          </p:nvPr>
        </p:nvSpPr>
        <p:spPr>
          <a:xfrm>
            <a:off x="3843305" y="551050"/>
            <a:ext cx="4594800" cy="1093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highlight>
                  <a:schemeClr val="l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86" name="Google Shape;1986;p27"/>
          <p:cNvSpPr txBox="1"/>
          <p:nvPr>
            <p:ph idx="1" type="subTitle"/>
          </p:nvPr>
        </p:nvSpPr>
        <p:spPr>
          <a:xfrm>
            <a:off x="3840075" y="1801995"/>
            <a:ext cx="45981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7" name="Google Shape;1987;p27"/>
          <p:cNvSpPr/>
          <p:nvPr/>
        </p:nvSpPr>
        <p:spPr>
          <a:xfrm rot="10800000">
            <a:off x="113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27"/>
          <p:cNvSpPr/>
          <p:nvPr/>
        </p:nvSpPr>
        <p:spPr>
          <a:xfrm flipH="1" rot="5400000">
            <a:off x="723969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9" name="Google Shape;1989;p27"/>
          <p:cNvGrpSpPr/>
          <p:nvPr/>
        </p:nvGrpSpPr>
        <p:grpSpPr>
          <a:xfrm>
            <a:off x="4" y="9"/>
            <a:ext cx="2578691" cy="1211207"/>
            <a:chOff x="-3921" y="-416630"/>
            <a:chExt cx="2578691" cy="1211207"/>
          </a:xfrm>
        </p:grpSpPr>
        <p:sp>
          <p:nvSpPr>
            <p:cNvPr id="1990" name="Google Shape;1990;p27"/>
            <p:cNvSpPr/>
            <p:nvPr/>
          </p:nvSpPr>
          <p:spPr>
            <a:xfrm flipH="1" rot="5400000">
              <a:off x="131260" y="-154586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7"/>
            <p:cNvSpPr/>
            <p:nvPr/>
          </p:nvSpPr>
          <p:spPr>
            <a:xfrm flipH="1" rot="5400000">
              <a:off x="131467" y="-154164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7"/>
            <p:cNvSpPr/>
            <p:nvPr/>
          </p:nvSpPr>
          <p:spPr>
            <a:xfrm flipH="1" rot="5400000">
              <a:off x="131261" y="-154377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7"/>
            <p:cNvSpPr/>
            <p:nvPr/>
          </p:nvSpPr>
          <p:spPr>
            <a:xfrm flipH="1" rot="5400000">
              <a:off x="131262" y="-149614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7"/>
            <p:cNvSpPr/>
            <p:nvPr/>
          </p:nvSpPr>
          <p:spPr>
            <a:xfrm flipH="1" rot="5400000">
              <a:off x="131467" y="-154373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7"/>
            <p:cNvSpPr/>
            <p:nvPr/>
          </p:nvSpPr>
          <p:spPr>
            <a:xfrm flipH="1" rot="5400000">
              <a:off x="131249" y="158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7"/>
            <p:cNvSpPr/>
            <p:nvPr/>
          </p:nvSpPr>
          <p:spPr>
            <a:xfrm flipH="1" rot="5400000">
              <a:off x="131465" y="717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7"/>
            <p:cNvSpPr/>
            <p:nvPr/>
          </p:nvSpPr>
          <p:spPr>
            <a:xfrm flipH="1" rot="5400000">
              <a:off x="131046" y="-9577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7"/>
            <p:cNvSpPr/>
            <p:nvPr/>
          </p:nvSpPr>
          <p:spPr>
            <a:xfrm flipH="1" rot="5400000">
              <a:off x="131250" y="-3987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7"/>
            <p:cNvSpPr/>
            <p:nvPr/>
          </p:nvSpPr>
          <p:spPr>
            <a:xfrm flipH="1" rot="5400000">
              <a:off x="272402" y="-413834"/>
              <a:ext cx="807333" cy="801740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7"/>
            <p:cNvSpPr/>
            <p:nvPr/>
          </p:nvSpPr>
          <p:spPr>
            <a:xfrm flipH="1" rot="5400000">
              <a:off x="537316" y="-150868"/>
              <a:ext cx="277488" cy="275820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7"/>
            <p:cNvSpPr/>
            <p:nvPr/>
          </p:nvSpPr>
          <p:spPr>
            <a:xfrm flipH="1" rot="5400000">
              <a:off x="1074136" y="-413823"/>
              <a:ext cx="807333" cy="801719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7"/>
            <p:cNvSpPr/>
            <p:nvPr/>
          </p:nvSpPr>
          <p:spPr>
            <a:xfrm flipH="1" rot="5400000">
              <a:off x="1474565" y="-9961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7"/>
            <p:cNvSpPr/>
            <p:nvPr/>
          </p:nvSpPr>
          <p:spPr>
            <a:xfrm flipH="1" rot="5400000">
              <a:off x="673046" y="-10166"/>
              <a:ext cx="807767" cy="801719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7"/>
            <p:cNvSpPr/>
            <p:nvPr/>
          </p:nvSpPr>
          <p:spPr>
            <a:xfrm flipH="1" rot="5400000">
              <a:off x="898980" y="-19134"/>
              <a:ext cx="355899" cy="801719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7"/>
            <p:cNvSpPr/>
            <p:nvPr/>
          </p:nvSpPr>
          <p:spPr>
            <a:xfrm flipH="1" rot="5400000">
              <a:off x="474116" y="191754"/>
              <a:ext cx="403905" cy="801740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7"/>
            <p:cNvSpPr/>
            <p:nvPr/>
          </p:nvSpPr>
          <p:spPr>
            <a:xfrm flipH="1" rot="5400000">
              <a:off x="1676713" y="-615540"/>
              <a:ext cx="403471" cy="801310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7"/>
            <p:cNvSpPr/>
            <p:nvPr/>
          </p:nvSpPr>
          <p:spPr>
            <a:xfrm flipH="1" rot="5400000">
              <a:off x="2352665" y="-490189"/>
              <a:ext cx="148532" cy="29568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7"/>
            <p:cNvSpPr/>
            <p:nvPr/>
          </p:nvSpPr>
          <p:spPr>
            <a:xfrm flipH="1" rot="5400000">
              <a:off x="875194" y="-615745"/>
              <a:ext cx="403471" cy="801719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9" name="Google Shape;2009;p27"/>
          <p:cNvGrpSpPr/>
          <p:nvPr/>
        </p:nvGrpSpPr>
        <p:grpSpPr>
          <a:xfrm>
            <a:off x="8504132" y="4443936"/>
            <a:ext cx="520982" cy="623354"/>
            <a:chOff x="8430770" y="227823"/>
            <a:chExt cx="520982" cy="623354"/>
          </a:xfrm>
        </p:grpSpPr>
        <p:sp>
          <p:nvSpPr>
            <p:cNvPr id="2010" name="Google Shape;2010;p27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7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7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7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7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7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7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7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27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27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7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7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7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3" name="Google Shape;2023;p27"/>
          <p:cNvGrpSpPr/>
          <p:nvPr/>
        </p:nvGrpSpPr>
        <p:grpSpPr>
          <a:xfrm>
            <a:off x="8504132" y="3728561"/>
            <a:ext cx="520982" cy="623354"/>
            <a:chOff x="8430770" y="227823"/>
            <a:chExt cx="520982" cy="623354"/>
          </a:xfrm>
        </p:grpSpPr>
        <p:sp>
          <p:nvSpPr>
            <p:cNvPr id="2024" name="Google Shape;2024;p27"/>
            <p:cNvSpPr/>
            <p:nvPr/>
          </p:nvSpPr>
          <p:spPr>
            <a:xfrm flipH="1" rot="5400000">
              <a:off x="8662981" y="82621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27"/>
            <p:cNvSpPr/>
            <p:nvPr/>
          </p:nvSpPr>
          <p:spPr>
            <a:xfrm flipH="1" rot="5400000">
              <a:off x="8750792" y="737768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7"/>
            <p:cNvSpPr/>
            <p:nvPr/>
          </p:nvSpPr>
          <p:spPr>
            <a:xfrm flipH="1" rot="5400000">
              <a:off x="8838570" y="64931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7"/>
            <p:cNvSpPr/>
            <p:nvPr/>
          </p:nvSpPr>
          <p:spPr>
            <a:xfrm flipH="1" rot="5400000">
              <a:off x="8926779" y="560441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7"/>
            <p:cNvSpPr/>
            <p:nvPr/>
          </p:nvSpPr>
          <p:spPr>
            <a:xfrm flipH="1" rot="5400000">
              <a:off x="8585543" y="74819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7"/>
            <p:cNvSpPr/>
            <p:nvPr/>
          </p:nvSpPr>
          <p:spPr>
            <a:xfrm flipH="1" rot="5400000">
              <a:off x="8673353" y="65975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27"/>
            <p:cNvSpPr/>
            <p:nvPr/>
          </p:nvSpPr>
          <p:spPr>
            <a:xfrm flipH="1" rot="5400000">
              <a:off x="8761131" y="571292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7"/>
            <p:cNvSpPr/>
            <p:nvPr/>
          </p:nvSpPr>
          <p:spPr>
            <a:xfrm flipH="1" rot="5400000">
              <a:off x="8849341" y="482423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7"/>
            <p:cNvSpPr/>
            <p:nvPr/>
          </p:nvSpPr>
          <p:spPr>
            <a:xfrm flipH="1" rot="5400000">
              <a:off x="8508104" y="670177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7"/>
            <p:cNvSpPr/>
            <p:nvPr/>
          </p:nvSpPr>
          <p:spPr>
            <a:xfrm flipH="1" rot="5400000">
              <a:off x="8595915" y="581731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7"/>
            <p:cNvSpPr/>
            <p:nvPr/>
          </p:nvSpPr>
          <p:spPr>
            <a:xfrm flipH="1" rot="5400000">
              <a:off x="8430665" y="592159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7"/>
            <p:cNvSpPr/>
            <p:nvPr/>
          </p:nvSpPr>
          <p:spPr>
            <a:xfrm flipH="1" rot="5400000">
              <a:off x="8518476" y="50371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7"/>
            <p:cNvSpPr/>
            <p:nvPr/>
          </p:nvSpPr>
          <p:spPr>
            <a:xfrm flipH="1" rot="5400000">
              <a:off x="8539391" y="228939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7" name="Google Shape;2037;p27"/>
          <p:cNvGrpSpPr/>
          <p:nvPr/>
        </p:nvGrpSpPr>
        <p:grpSpPr>
          <a:xfrm>
            <a:off x="187087" y="1293141"/>
            <a:ext cx="1052283" cy="1322192"/>
            <a:chOff x="3515716" y="5634203"/>
            <a:chExt cx="1052283" cy="1322192"/>
          </a:xfrm>
        </p:grpSpPr>
        <p:sp>
          <p:nvSpPr>
            <p:cNvPr id="2038" name="Google Shape;2038;p27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7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7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7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7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7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7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7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7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7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7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7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7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7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2" name="Google Shape;2052;p27"/>
          <p:cNvGrpSpPr/>
          <p:nvPr/>
        </p:nvGrpSpPr>
        <p:grpSpPr>
          <a:xfrm>
            <a:off x="1354629" y="1114498"/>
            <a:ext cx="276638" cy="229911"/>
            <a:chOff x="3266679" y="4234561"/>
            <a:chExt cx="276638" cy="229911"/>
          </a:xfrm>
        </p:grpSpPr>
        <p:sp>
          <p:nvSpPr>
            <p:cNvPr id="2053" name="Google Shape;2053;p27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7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7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7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7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7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7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7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7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2" name="Google Shape;2062;p27"/>
          <p:cNvSpPr txBox="1"/>
          <p:nvPr/>
        </p:nvSpPr>
        <p:spPr>
          <a:xfrm>
            <a:off x="5098075" y="3522725"/>
            <a:ext cx="3340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28"/>
          <p:cNvSpPr/>
          <p:nvPr/>
        </p:nvSpPr>
        <p:spPr>
          <a:xfrm flipH="1" rot="-5400000">
            <a:off x="-994618" y="3239193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28"/>
          <p:cNvSpPr/>
          <p:nvPr/>
        </p:nvSpPr>
        <p:spPr>
          <a:xfrm rot="10800000">
            <a:off x="113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28"/>
          <p:cNvSpPr/>
          <p:nvPr/>
        </p:nvSpPr>
        <p:spPr>
          <a:xfrm flipH="1" rot="5400000">
            <a:off x="723969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7" name="Google Shape;2067;p28"/>
          <p:cNvGrpSpPr/>
          <p:nvPr/>
        </p:nvGrpSpPr>
        <p:grpSpPr>
          <a:xfrm rot="10800000">
            <a:off x="7699437" y="2948853"/>
            <a:ext cx="1457690" cy="2194639"/>
            <a:chOff x="1056052" y="3"/>
            <a:chExt cx="1457690" cy="2194639"/>
          </a:xfrm>
        </p:grpSpPr>
        <p:sp>
          <p:nvSpPr>
            <p:cNvPr id="2068" name="Google Shape;2068;p28"/>
            <p:cNvSpPr/>
            <p:nvPr/>
          </p:nvSpPr>
          <p:spPr>
            <a:xfrm flipH="1">
              <a:off x="2492568" y="92832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8"/>
            <p:cNvSpPr/>
            <p:nvPr/>
          </p:nvSpPr>
          <p:spPr>
            <a:xfrm flipH="1">
              <a:off x="2417863" y="853601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8"/>
            <p:cNvSpPr/>
            <p:nvPr/>
          </p:nvSpPr>
          <p:spPr>
            <a:xfrm flipH="1">
              <a:off x="2343140" y="77887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8"/>
            <p:cNvSpPr/>
            <p:nvPr/>
          </p:nvSpPr>
          <p:spPr>
            <a:xfrm flipH="1">
              <a:off x="2268069" y="703806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8"/>
            <p:cNvSpPr/>
            <p:nvPr/>
          </p:nvSpPr>
          <p:spPr>
            <a:xfrm flipH="1">
              <a:off x="2426663" y="99423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8"/>
            <p:cNvSpPr/>
            <p:nvPr/>
          </p:nvSpPr>
          <p:spPr>
            <a:xfrm flipH="1">
              <a:off x="2351958" y="91950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8"/>
            <p:cNvSpPr/>
            <p:nvPr/>
          </p:nvSpPr>
          <p:spPr>
            <a:xfrm flipH="1">
              <a:off x="2277235" y="84478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8"/>
            <p:cNvSpPr/>
            <p:nvPr/>
          </p:nvSpPr>
          <p:spPr>
            <a:xfrm flipH="1">
              <a:off x="2202163" y="769712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8"/>
            <p:cNvSpPr/>
            <p:nvPr/>
          </p:nvSpPr>
          <p:spPr>
            <a:xfrm flipH="1">
              <a:off x="2360758" y="106013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8"/>
            <p:cNvSpPr/>
            <p:nvPr/>
          </p:nvSpPr>
          <p:spPr>
            <a:xfrm flipH="1">
              <a:off x="2286053" y="98541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8"/>
            <p:cNvSpPr/>
            <p:nvPr/>
          </p:nvSpPr>
          <p:spPr>
            <a:xfrm flipH="1">
              <a:off x="2294852" y="1126041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8"/>
            <p:cNvSpPr/>
            <p:nvPr/>
          </p:nvSpPr>
          <p:spPr>
            <a:xfrm flipH="1">
              <a:off x="2220147" y="1051317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8"/>
            <p:cNvSpPr/>
            <p:nvPr/>
          </p:nvSpPr>
          <p:spPr>
            <a:xfrm flipH="1">
              <a:off x="1301341" y="2050475"/>
              <a:ext cx="4950" cy="53238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8"/>
            <p:cNvSpPr/>
            <p:nvPr/>
          </p:nvSpPr>
          <p:spPr>
            <a:xfrm flipH="1">
              <a:off x="1372178" y="1979290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8"/>
            <p:cNvSpPr/>
            <p:nvPr/>
          </p:nvSpPr>
          <p:spPr>
            <a:xfrm flipH="1">
              <a:off x="1324953" y="2026863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8"/>
            <p:cNvSpPr/>
            <p:nvPr/>
          </p:nvSpPr>
          <p:spPr>
            <a:xfrm flipH="1">
              <a:off x="1395790" y="1959198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8"/>
            <p:cNvSpPr/>
            <p:nvPr/>
          </p:nvSpPr>
          <p:spPr>
            <a:xfrm flipH="1">
              <a:off x="1348565" y="2002902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8"/>
            <p:cNvSpPr/>
            <p:nvPr/>
          </p:nvSpPr>
          <p:spPr>
            <a:xfrm flipH="1">
              <a:off x="1466627" y="2028623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8"/>
            <p:cNvSpPr/>
            <p:nvPr/>
          </p:nvSpPr>
          <p:spPr>
            <a:xfrm flipH="1">
              <a:off x="1490606" y="2052235"/>
              <a:ext cx="4950" cy="49369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8"/>
            <p:cNvSpPr/>
            <p:nvPr/>
          </p:nvSpPr>
          <p:spPr>
            <a:xfrm flipH="1">
              <a:off x="1419402" y="1981398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8"/>
            <p:cNvSpPr/>
            <p:nvPr/>
          </p:nvSpPr>
          <p:spPr>
            <a:xfrm flipH="1">
              <a:off x="1443014" y="2005011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8"/>
            <p:cNvSpPr/>
            <p:nvPr/>
          </p:nvSpPr>
          <p:spPr>
            <a:xfrm flipH="1">
              <a:off x="1987178" y="802142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8"/>
            <p:cNvSpPr/>
            <p:nvPr/>
          </p:nvSpPr>
          <p:spPr>
            <a:xfrm flipH="1">
              <a:off x="1056052" y="1274754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8"/>
            <p:cNvSpPr/>
            <p:nvPr/>
          </p:nvSpPr>
          <p:spPr>
            <a:xfrm flipH="1">
              <a:off x="1279837" y="1498557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8"/>
            <p:cNvSpPr/>
            <p:nvPr/>
          </p:nvSpPr>
          <p:spPr>
            <a:xfrm flipH="1">
              <a:off x="1056052" y="592436"/>
              <a:ext cx="681969" cy="682336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8"/>
            <p:cNvSpPr/>
            <p:nvPr/>
          </p:nvSpPr>
          <p:spPr>
            <a:xfrm flipH="1">
              <a:off x="1396853" y="251635"/>
              <a:ext cx="682336" cy="681987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8"/>
            <p:cNvSpPr/>
            <p:nvPr/>
          </p:nvSpPr>
          <p:spPr>
            <a:xfrm flipH="1">
              <a:off x="1396853" y="933604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8"/>
            <p:cNvSpPr/>
            <p:nvPr/>
          </p:nvSpPr>
          <p:spPr>
            <a:xfrm flipH="1">
              <a:off x="1580123" y="933604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8"/>
            <p:cNvSpPr/>
            <p:nvPr/>
          </p:nvSpPr>
          <p:spPr>
            <a:xfrm flipH="1">
              <a:off x="1738003" y="1274754"/>
              <a:ext cx="341186" cy="682354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8"/>
            <p:cNvSpPr/>
            <p:nvPr/>
          </p:nvSpPr>
          <p:spPr>
            <a:xfrm flipH="1">
              <a:off x="1056052" y="251635"/>
              <a:ext cx="340820" cy="681987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8"/>
            <p:cNvSpPr/>
            <p:nvPr/>
          </p:nvSpPr>
          <p:spPr>
            <a:xfrm flipH="1">
              <a:off x="1056052" y="3"/>
              <a:ext cx="125468" cy="25165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8"/>
            <p:cNvSpPr/>
            <p:nvPr/>
          </p:nvSpPr>
          <p:spPr>
            <a:xfrm flipH="1">
              <a:off x="1056052" y="933604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0" name="Google Shape;2100;p28"/>
          <p:cNvGrpSpPr/>
          <p:nvPr/>
        </p:nvGrpSpPr>
        <p:grpSpPr>
          <a:xfrm flipH="1">
            <a:off x="-15623" y="-22623"/>
            <a:ext cx="2578691" cy="1211207"/>
            <a:chOff x="-3921" y="-416630"/>
            <a:chExt cx="2578691" cy="1211207"/>
          </a:xfrm>
        </p:grpSpPr>
        <p:sp>
          <p:nvSpPr>
            <p:cNvPr id="2101" name="Google Shape;2101;p28"/>
            <p:cNvSpPr/>
            <p:nvPr/>
          </p:nvSpPr>
          <p:spPr>
            <a:xfrm flipH="1" rot="5400000">
              <a:off x="131260" y="-154586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8"/>
            <p:cNvSpPr/>
            <p:nvPr/>
          </p:nvSpPr>
          <p:spPr>
            <a:xfrm flipH="1" rot="5400000">
              <a:off x="131467" y="-154164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8"/>
            <p:cNvSpPr/>
            <p:nvPr/>
          </p:nvSpPr>
          <p:spPr>
            <a:xfrm flipH="1" rot="5400000">
              <a:off x="131261" y="-154377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8"/>
            <p:cNvSpPr/>
            <p:nvPr/>
          </p:nvSpPr>
          <p:spPr>
            <a:xfrm flipH="1" rot="5400000">
              <a:off x="131262" y="-149614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8"/>
            <p:cNvSpPr/>
            <p:nvPr/>
          </p:nvSpPr>
          <p:spPr>
            <a:xfrm flipH="1" rot="5400000">
              <a:off x="131467" y="-154373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8"/>
            <p:cNvSpPr/>
            <p:nvPr/>
          </p:nvSpPr>
          <p:spPr>
            <a:xfrm flipH="1" rot="5400000">
              <a:off x="131249" y="158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8"/>
            <p:cNvSpPr/>
            <p:nvPr/>
          </p:nvSpPr>
          <p:spPr>
            <a:xfrm flipH="1" rot="5400000">
              <a:off x="131465" y="717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8"/>
            <p:cNvSpPr/>
            <p:nvPr/>
          </p:nvSpPr>
          <p:spPr>
            <a:xfrm flipH="1" rot="5400000">
              <a:off x="131046" y="-9577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8"/>
            <p:cNvSpPr/>
            <p:nvPr/>
          </p:nvSpPr>
          <p:spPr>
            <a:xfrm flipH="1" rot="5400000">
              <a:off x="131250" y="-3987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8"/>
            <p:cNvSpPr/>
            <p:nvPr/>
          </p:nvSpPr>
          <p:spPr>
            <a:xfrm flipH="1" rot="5400000">
              <a:off x="272402" y="-413834"/>
              <a:ext cx="807333" cy="801740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28"/>
            <p:cNvSpPr/>
            <p:nvPr/>
          </p:nvSpPr>
          <p:spPr>
            <a:xfrm flipH="1" rot="5400000">
              <a:off x="537316" y="-150868"/>
              <a:ext cx="277488" cy="275820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28"/>
            <p:cNvSpPr/>
            <p:nvPr/>
          </p:nvSpPr>
          <p:spPr>
            <a:xfrm flipH="1" rot="5400000">
              <a:off x="1074136" y="-413823"/>
              <a:ext cx="807333" cy="801719"/>
            </a:xfrm>
            <a:custGeom>
              <a:rect b="b" l="l" r="r" t="t"/>
              <a:pathLst>
                <a:path extrusionOk="0" h="37220" w="37200">
                  <a:moveTo>
                    <a:pt x="18610" y="1"/>
                  </a:moveTo>
                  <a:lnTo>
                    <a:pt x="0" y="18610"/>
                  </a:lnTo>
                  <a:lnTo>
                    <a:pt x="18610" y="37220"/>
                  </a:lnTo>
                  <a:lnTo>
                    <a:pt x="37200" y="18610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28"/>
            <p:cNvSpPr/>
            <p:nvPr/>
          </p:nvSpPr>
          <p:spPr>
            <a:xfrm flipH="1" rot="5400000">
              <a:off x="1474565" y="-9961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28"/>
            <p:cNvSpPr/>
            <p:nvPr/>
          </p:nvSpPr>
          <p:spPr>
            <a:xfrm flipH="1" rot="5400000">
              <a:off x="673046" y="-10166"/>
              <a:ext cx="807767" cy="801719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8"/>
            <p:cNvSpPr/>
            <p:nvPr/>
          </p:nvSpPr>
          <p:spPr>
            <a:xfrm flipH="1" rot="5400000">
              <a:off x="898980" y="-19134"/>
              <a:ext cx="355899" cy="801719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8"/>
            <p:cNvSpPr/>
            <p:nvPr/>
          </p:nvSpPr>
          <p:spPr>
            <a:xfrm flipH="1" rot="5400000">
              <a:off x="474116" y="191754"/>
              <a:ext cx="403905" cy="801740"/>
            </a:xfrm>
            <a:custGeom>
              <a:rect b="b" l="l" r="r" t="t"/>
              <a:pathLst>
                <a:path extrusionOk="0" h="37221" w="18611">
                  <a:moveTo>
                    <a:pt x="1" y="1"/>
                  </a:moveTo>
                  <a:lnTo>
                    <a:pt x="1" y="37220"/>
                  </a:lnTo>
                  <a:lnTo>
                    <a:pt x="18610" y="186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8"/>
            <p:cNvSpPr/>
            <p:nvPr/>
          </p:nvSpPr>
          <p:spPr>
            <a:xfrm flipH="1" rot="5400000">
              <a:off x="1676713" y="-615540"/>
              <a:ext cx="403471" cy="801310"/>
            </a:xfrm>
            <a:custGeom>
              <a:rect b="b" l="l" r="r" t="t"/>
              <a:pathLst>
                <a:path extrusionOk="0" h="37201" w="18591">
                  <a:moveTo>
                    <a:pt x="18591" y="0"/>
                  </a:moveTo>
                  <a:lnTo>
                    <a:pt x="1" y="18591"/>
                  </a:lnTo>
                  <a:lnTo>
                    <a:pt x="18591" y="3720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8"/>
            <p:cNvSpPr/>
            <p:nvPr/>
          </p:nvSpPr>
          <p:spPr>
            <a:xfrm flipH="1" rot="5400000">
              <a:off x="2352665" y="-490189"/>
              <a:ext cx="148532" cy="295680"/>
            </a:xfrm>
            <a:custGeom>
              <a:rect b="b" l="l" r="r" t="t"/>
              <a:pathLst>
                <a:path extrusionOk="0" h="13727" w="6844">
                  <a:moveTo>
                    <a:pt x="6844" y="0"/>
                  </a:moveTo>
                  <a:lnTo>
                    <a:pt x="0" y="6863"/>
                  </a:lnTo>
                  <a:lnTo>
                    <a:pt x="6844" y="13726"/>
                  </a:lnTo>
                  <a:lnTo>
                    <a:pt x="6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8"/>
            <p:cNvSpPr/>
            <p:nvPr/>
          </p:nvSpPr>
          <p:spPr>
            <a:xfrm flipH="1" rot="5400000">
              <a:off x="875194" y="-615745"/>
              <a:ext cx="403471" cy="801719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29"/>
          <p:cNvSpPr/>
          <p:nvPr/>
        </p:nvSpPr>
        <p:spPr>
          <a:xfrm flipH="1" rot="10800000">
            <a:off x="5665488" y="4054385"/>
            <a:ext cx="3478587" cy="1091492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29"/>
          <p:cNvSpPr/>
          <p:nvPr/>
        </p:nvSpPr>
        <p:spPr>
          <a:xfrm rot="-5400000">
            <a:off x="-994555" y="994618"/>
            <a:ext cx="2898988" cy="909629"/>
          </a:xfrm>
          <a:custGeom>
            <a:rect b="b" l="l" r="r" t="t"/>
            <a:pathLst>
              <a:path extrusionOk="0" h="31048" w="98950">
                <a:moveTo>
                  <a:pt x="0" y="0"/>
                </a:moveTo>
                <a:lnTo>
                  <a:pt x="654" y="884"/>
                </a:lnTo>
                <a:lnTo>
                  <a:pt x="1307" y="1749"/>
                </a:lnTo>
                <a:lnTo>
                  <a:pt x="1999" y="2634"/>
                </a:lnTo>
                <a:lnTo>
                  <a:pt x="2730" y="3518"/>
                </a:lnTo>
                <a:lnTo>
                  <a:pt x="3480" y="4383"/>
                </a:lnTo>
                <a:lnTo>
                  <a:pt x="4249" y="5268"/>
                </a:lnTo>
                <a:lnTo>
                  <a:pt x="5056" y="6152"/>
                </a:lnTo>
                <a:lnTo>
                  <a:pt x="5902" y="7017"/>
                </a:lnTo>
                <a:lnTo>
                  <a:pt x="6786" y="7882"/>
                </a:lnTo>
                <a:lnTo>
                  <a:pt x="7690" y="8747"/>
                </a:lnTo>
                <a:lnTo>
                  <a:pt x="8613" y="9612"/>
                </a:lnTo>
                <a:lnTo>
                  <a:pt x="9593" y="10458"/>
                </a:lnTo>
                <a:lnTo>
                  <a:pt x="10593" y="11323"/>
                </a:lnTo>
                <a:lnTo>
                  <a:pt x="11631" y="12150"/>
                </a:lnTo>
                <a:lnTo>
                  <a:pt x="12708" y="12996"/>
                </a:lnTo>
                <a:lnTo>
                  <a:pt x="13823" y="13823"/>
                </a:lnTo>
                <a:lnTo>
                  <a:pt x="14976" y="14649"/>
                </a:lnTo>
                <a:lnTo>
                  <a:pt x="16149" y="15457"/>
                </a:lnTo>
                <a:lnTo>
                  <a:pt x="17379" y="16245"/>
                </a:lnTo>
                <a:lnTo>
                  <a:pt x="18629" y="17033"/>
                </a:lnTo>
                <a:lnTo>
                  <a:pt x="19936" y="17821"/>
                </a:lnTo>
                <a:lnTo>
                  <a:pt x="21263" y="18590"/>
                </a:lnTo>
                <a:lnTo>
                  <a:pt x="22647" y="19340"/>
                </a:lnTo>
                <a:lnTo>
                  <a:pt x="24069" y="20071"/>
                </a:lnTo>
                <a:lnTo>
                  <a:pt x="25511" y="20801"/>
                </a:lnTo>
                <a:lnTo>
                  <a:pt x="27011" y="21513"/>
                </a:lnTo>
                <a:lnTo>
                  <a:pt x="28549" y="22205"/>
                </a:lnTo>
                <a:lnTo>
                  <a:pt x="30144" y="22877"/>
                </a:lnTo>
                <a:lnTo>
                  <a:pt x="31759" y="23550"/>
                </a:lnTo>
                <a:lnTo>
                  <a:pt x="33432" y="24185"/>
                </a:lnTo>
                <a:lnTo>
                  <a:pt x="35162" y="24819"/>
                </a:lnTo>
                <a:lnTo>
                  <a:pt x="36911" y="25415"/>
                </a:lnTo>
                <a:lnTo>
                  <a:pt x="38719" y="26011"/>
                </a:lnTo>
                <a:lnTo>
                  <a:pt x="40603" y="26569"/>
                </a:lnTo>
                <a:lnTo>
                  <a:pt x="42544" y="27107"/>
                </a:lnTo>
                <a:lnTo>
                  <a:pt x="44563" y="27645"/>
                </a:lnTo>
                <a:lnTo>
                  <a:pt x="46620" y="28126"/>
                </a:lnTo>
                <a:lnTo>
                  <a:pt x="48715" y="28587"/>
                </a:lnTo>
                <a:lnTo>
                  <a:pt x="50869" y="29029"/>
                </a:lnTo>
                <a:lnTo>
                  <a:pt x="53060" y="29433"/>
                </a:lnTo>
                <a:lnTo>
                  <a:pt x="55309" y="29779"/>
                </a:lnTo>
                <a:lnTo>
                  <a:pt x="57578" y="30106"/>
                </a:lnTo>
                <a:lnTo>
                  <a:pt x="58712" y="30241"/>
                </a:lnTo>
                <a:lnTo>
                  <a:pt x="59866" y="30375"/>
                </a:lnTo>
                <a:lnTo>
                  <a:pt x="61019" y="30510"/>
                </a:lnTo>
                <a:lnTo>
                  <a:pt x="62192" y="30625"/>
                </a:lnTo>
                <a:lnTo>
                  <a:pt x="63365" y="30721"/>
                </a:lnTo>
                <a:lnTo>
                  <a:pt x="64537" y="30798"/>
                </a:lnTo>
                <a:lnTo>
                  <a:pt x="65710" y="30875"/>
                </a:lnTo>
                <a:lnTo>
                  <a:pt x="66883" y="30933"/>
                </a:lnTo>
                <a:lnTo>
                  <a:pt x="68075" y="30990"/>
                </a:lnTo>
                <a:lnTo>
                  <a:pt x="69267" y="31029"/>
                </a:lnTo>
                <a:lnTo>
                  <a:pt x="70439" y="31048"/>
                </a:lnTo>
                <a:lnTo>
                  <a:pt x="71631" y="31048"/>
                </a:lnTo>
                <a:lnTo>
                  <a:pt x="73400" y="31029"/>
                </a:lnTo>
                <a:lnTo>
                  <a:pt x="75169" y="30990"/>
                </a:lnTo>
                <a:lnTo>
                  <a:pt x="76937" y="30913"/>
                </a:lnTo>
                <a:lnTo>
                  <a:pt x="78687" y="30779"/>
                </a:lnTo>
                <a:lnTo>
                  <a:pt x="80436" y="30625"/>
                </a:lnTo>
                <a:lnTo>
                  <a:pt x="82186" y="30452"/>
                </a:lnTo>
                <a:lnTo>
                  <a:pt x="83935" y="30221"/>
                </a:lnTo>
                <a:lnTo>
                  <a:pt x="85665" y="29952"/>
                </a:lnTo>
                <a:lnTo>
                  <a:pt x="87376" y="29645"/>
                </a:lnTo>
                <a:lnTo>
                  <a:pt x="89087" y="29299"/>
                </a:lnTo>
                <a:lnTo>
                  <a:pt x="90779" y="28914"/>
                </a:lnTo>
                <a:lnTo>
                  <a:pt x="91606" y="28703"/>
                </a:lnTo>
                <a:lnTo>
                  <a:pt x="92452" y="28472"/>
                </a:lnTo>
                <a:lnTo>
                  <a:pt x="93278" y="28241"/>
                </a:lnTo>
                <a:lnTo>
                  <a:pt x="94105" y="28010"/>
                </a:lnTo>
                <a:lnTo>
                  <a:pt x="94932" y="27741"/>
                </a:lnTo>
                <a:lnTo>
                  <a:pt x="95739" y="27491"/>
                </a:lnTo>
                <a:lnTo>
                  <a:pt x="96547" y="27203"/>
                </a:lnTo>
                <a:lnTo>
                  <a:pt x="97354" y="26915"/>
                </a:lnTo>
                <a:lnTo>
                  <a:pt x="98142" y="26607"/>
                </a:lnTo>
                <a:lnTo>
                  <a:pt x="98950" y="26299"/>
                </a:lnTo>
                <a:lnTo>
                  <a:pt x="9895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3" name="Google Shape;2123;p29"/>
          <p:cNvGrpSpPr/>
          <p:nvPr/>
        </p:nvGrpSpPr>
        <p:grpSpPr>
          <a:xfrm>
            <a:off x="-15623" y="3655028"/>
            <a:ext cx="1457690" cy="1490836"/>
            <a:chOff x="-15623" y="3787053"/>
            <a:chExt cx="1457690" cy="1490836"/>
          </a:xfrm>
        </p:grpSpPr>
        <p:sp>
          <p:nvSpPr>
            <p:cNvPr id="2124" name="Google Shape;2124;p29"/>
            <p:cNvSpPr/>
            <p:nvPr/>
          </p:nvSpPr>
          <p:spPr>
            <a:xfrm rot="10800000">
              <a:off x="1420893" y="5032215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9"/>
            <p:cNvSpPr/>
            <p:nvPr/>
          </p:nvSpPr>
          <p:spPr>
            <a:xfrm rot="10800000">
              <a:off x="1346188" y="510693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9"/>
            <p:cNvSpPr/>
            <p:nvPr/>
          </p:nvSpPr>
          <p:spPr>
            <a:xfrm rot="10800000">
              <a:off x="1271465" y="5181643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9"/>
            <p:cNvSpPr/>
            <p:nvPr/>
          </p:nvSpPr>
          <p:spPr>
            <a:xfrm rot="10800000">
              <a:off x="1196394" y="5256715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9"/>
            <p:cNvSpPr/>
            <p:nvPr/>
          </p:nvSpPr>
          <p:spPr>
            <a:xfrm rot="10800000">
              <a:off x="1354988" y="4966310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9"/>
            <p:cNvSpPr/>
            <p:nvPr/>
          </p:nvSpPr>
          <p:spPr>
            <a:xfrm rot="10800000">
              <a:off x="1280283" y="5041033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9"/>
            <p:cNvSpPr/>
            <p:nvPr/>
          </p:nvSpPr>
          <p:spPr>
            <a:xfrm rot="10800000">
              <a:off x="1205560" y="5115738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9"/>
            <p:cNvSpPr/>
            <p:nvPr/>
          </p:nvSpPr>
          <p:spPr>
            <a:xfrm rot="10800000">
              <a:off x="1130488" y="5190810"/>
              <a:ext cx="21174" cy="21174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9"/>
            <p:cNvSpPr/>
            <p:nvPr/>
          </p:nvSpPr>
          <p:spPr>
            <a:xfrm rot="10800000">
              <a:off x="1289083" y="4900404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9"/>
            <p:cNvSpPr/>
            <p:nvPr/>
          </p:nvSpPr>
          <p:spPr>
            <a:xfrm rot="10800000">
              <a:off x="1214378" y="4975128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9"/>
            <p:cNvSpPr/>
            <p:nvPr/>
          </p:nvSpPr>
          <p:spPr>
            <a:xfrm rot="10800000">
              <a:off x="1223177" y="4834499"/>
              <a:ext cx="21174" cy="21156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9"/>
            <p:cNvSpPr/>
            <p:nvPr/>
          </p:nvSpPr>
          <p:spPr>
            <a:xfrm rot="10800000">
              <a:off x="1148472" y="4909222"/>
              <a:ext cx="21156" cy="21156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9"/>
            <p:cNvSpPr/>
            <p:nvPr/>
          </p:nvSpPr>
          <p:spPr>
            <a:xfrm rot="10800000">
              <a:off x="300503" y="3807146"/>
              <a:ext cx="4950" cy="195259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9"/>
            <p:cNvSpPr/>
            <p:nvPr/>
          </p:nvSpPr>
          <p:spPr>
            <a:xfrm rot="10800000">
              <a:off x="253278" y="3854370"/>
              <a:ext cx="4950" cy="100462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9"/>
            <p:cNvSpPr/>
            <p:nvPr/>
          </p:nvSpPr>
          <p:spPr>
            <a:xfrm rot="10800000">
              <a:off x="324115" y="3787053"/>
              <a:ext cx="5298" cy="235444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9"/>
            <p:cNvSpPr/>
            <p:nvPr/>
          </p:nvSpPr>
          <p:spPr>
            <a:xfrm rot="10800000">
              <a:off x="276890" y="3830758"/>
              <a:ext cx="4950" cy="148035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9"/>
            <p:cNvSpPr/>
            <p:nvPr/>
          </p:nvSpPr>
          <p:spPr>
            <a:xfrm rot="10800000">
              <a:off x="394952" y="3856479"/>
              <a:ext cx="5316" cy="965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9"/>
            <p:cNvSpPr/>
            <p:nvPr/>
          </p:nvSpPr>
          <p:spPr>
            <a:xfrm rot="10800000">
              <a:off x="347727" y="3808906"/>
              <a:ext cx="5316" cy="191391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9"/>
            <p:cNvSpPr/>
            <p:nvPr/>
          </p:nvSpPr>
          <p:spPr>
            <a:xfrm rot="10800000">
              <a:off x="371339" y="3832866"/>
              <a:ext cx="5316" cy="143818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9"/>
            <p:cNvSpPr/>
            <p:nvPr/>
          </p:nvSpPr>
          <p:spPr>
            <a:xfrm rot="10800000">
              <a:off x="915503" y="4927885"/>
              <a:ext cx="251669" cy="251669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9"/>
            <p:cNvSpPr/>
            <p:nvPr/>
          </p:nvSpPr>
          <p:spPr>
            <a:xfrm rot="10800000">
              <a:off x="-15623" y="4024588"/>
              <a:ext cx="681969" cy="682354"/>
            </a:xfrm>
            <a:custGeom>
              <a:rect b="b" l="l" r="r" t="t"/>
              <a:pathLst>
                <a:path extrusionOk="0" h="37221" w="37200">
                  <a:moveTo>
                    <a:pt x="18610" y="1"/>
                  </a:moveTo>
                  <a:lnTo>
                    <a:pt x="0" y="18611"/>
                  </a:lnTo>
                  <a:lnTo>
                    <a:pt x="18610" y="37220"/>
                  </a:lnTo>
                  <a:lnTo>
                    <a:pt x="37200" y="18611"/>
                  </a:lnTo>
                  <a:lnTo>
                    <a:pt x="18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9"/>
            <p:cNvSpPr/>
            <p:nvPr/>
          </p:nvSpPr>
          <p:spPr>
            <a:xfrm rot="10800000">
              <a:off x="208162" y="4248391"/>
              <a:ext cx="234399" cy="234748"/>
            </a:xfrm>
            <a:custGeom>
              <a:rect b="b" l="l" r="r" t="t"/>
              <a:pathLst>
                <a:path extrusionOk="0" h="12805" w="12786">
                  <a:moveTo>
                    <a:pt x="6403" y="1"/>
                  </a:moveTo>
                  <a:lnTo>
                    <a:pt x="1" y="6403"/>
                  </a:lnTo>
                  <a:lnTo>
                    <a:pt x="6403" y="12804"/>
                  </a:lnTo>
                  <a:lnTo>
                    <a:pt x="12785" y="6403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9"/>
            <p:cNvSpPr/>
            <p:nvPr/>
          </p:nvSpPr>
          <p:spPr>
            <a:xfrm rot="10800000">
              <a:off x="325178" y="4365755"/>
              <a:ext cx="682336" cy="682336"/>
            </a:xfrm>
            <a:custGeom>
              <a:rect b="b" l="l" r="r" t="t"/>
              <a:pathLst>
                <a:path extrusionOk="0" h="37220" w="37220">
                  <a:moveTo>
                    <a:pt x="18610" y="0"/>
                  </a:moveTo>
                  <a:lnTo>
                    <a:pt x="1" y="18610"/>
                  </a:lnTo>
                  <a:lnTo>
                    <a:pt x="18610" y="37220"/>
                  </a:lnTo>
                  <a:lnTo>
                    <a:pt x="37220" y="18610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9"/>
            <p:cNvSpPr/>
            <p:nvPr/>
          </p:nvSpPr>
          <p:spPr>
            <a:xfrm rot="10800000">
              <a:off x="508448" y="4365755"/>
              <a:ext cx="300635" cy="682336"/>
            </a:xfrm>
            <a:custGeom>
              <a:rect b="b" l="l" r="r" t="t"/>
              <a:pathLst>
                <a:path extrusionOk="0" h="37220" w="16399">
                  <a:moveTo>
                    <a:pt x="7786" y="0"/>
                  </a:moveTo>
                  <a:lnTo>
                    <a:pt x="7709" y="77"/>
                  </a:lnTo>
                  <a:lnTo>
                    <a:pt x="7267" y="539"/>
                  </a:lnTo>
                  <a:lnTo>
                    <a:pt x="6825" y="1000"/>
                  </a:lnTo>
                  <a:lnTo>
                    <a:pt x="6402" y="1481"/>
                  </a:lnTo>
                  <a:lnTo>
                    <a:pt x="5998" y="1961"/>
                  </a:lnTo>
                  <a:lnTo>
                    <a:pt x="5595" y="2461"/>
                  </a:lnTo>
                  <a:lnTo>
                    <a:pt x="5210" y="2961"/>
                  </a:lnTo>
                  <a:lnTo>
                    <a:pt x="4845" y="3461"/>
                  </a:lnTo>
                  <a:lnTo>
                    <a:pt x="4499" y="3980"/>
                  </a:lnTo>
                  <a:lnTo>
                    <a:pt x="4153" y="4499"/>
                  </a:lnTo>
                  <a:lnTo>
                    <a:pt x="3826" y="5018"/>
                  </a:lnTo>
                  <a:lnTo>
                    <a:pt x="3499" y="5556"/>
                  </a:lnTo>
                  <a:lnTo>
                    <a:pt x="3211" y="6095"/>
                  </a:lnTo>
                  <a:lnTo>
                    <a:pt x="2922" y="6633"/>
                  </a:lnTo>
                  <a:lnTo>
                    <a:pt x="2653" y="7171"/>
                  </a:lnTo>
                  <a:lnTo>
                    <a:pt x="2384" y="7729"/>
                  </a:lnTo>
                  <a:lnTo>
                    <a:pt x="2134" y="8286"/>
                  </a:lnTo>
                  <a:lnTo>
                    <a:pt x="1903" y="8844"/>
                  </a:lnTo>
                  <a:lnTo>
                    <a:pt x="1692" y="9421"/>
                  </a:lnTo>
                  <a:lnTo>
                    <a:pt x="1480" y="9978"/>
                  </a:lnTo>
                  <a:lnTo>
                    <a:pt x="1288" y="10555"/>
                  </a:lnTo>
                  <a:lnTo>
                    <a:pt x="1115" y="11132"/>
                  </a:lnTo>
                  <a:lnTo>
                    <a:pt x="942" y="11708"/>
                  </a:lnTo>
                  <a:lnTo>
                    <a:pt x="788" y="12285"/>
                  </a:lnTo>
                  <a:lnTo>
                    <a:pt x="654" y="12881"/>
                  </a:lnTo>
                  <a:lnTo>
                    <a:pt x="519" y="13458"/>
                  </a:lnTo>
                  <a:lnTo>
                    <a:pt x="404" y="14054"/>
                  </a:lnTo>
                  <a:lnTo>
                    <a:pt x="308" y="14650"/>
                  </a:lnTo>
                  <a:lnTo>
                    <a:pt x="231" y="15246"/>
                  </a:lnTo>
                  <a:lnTo>
                    <a:pt x="154" y="15842"/>
                  </a:lnTo>
                  <a:lnTo>
                    <a:pt x="96" y="16438"/>
                  </a:lnTo>
                  <a:lnTo>
                    <a:pt x="58" y="17034"/>
                  </a:lnTo>
                  <a:lnTo>
                    <a:pt x="19" y="17630"/>
                  </a:lnTo>
                  <a:lnTo>
                    <a:pt x="0" y="18226"/>
                  </a:lnTo>
                  <a:lnTo>
                    <a:pt x="0" y="18821"/>
                  </a:lnTo>
                  <a:lnTo>
                    <a:pt x="19" y="19417"/>
                  </a:lnTo>
                  <a:lnTo>
                    <a:pt x="39" y="20013"/>
                  </a:lnTo>
                  <a:lnTo>
                    <a:pt x="77" y="20609"/>
                  </a:lnTo>
                  <a:lnTo>
                    <a:pt x="135" y="21205"/>
                  </a:lnTo>
                  <a:lnTo>
                    <a:pt x="192" y="21801"/>
                  </a:lnTo>
                  <a:lnTo>
                    <a:pt x="269" y="22397"/>
                  </a:lnTo>
                  <a:lnTo>
                    <a:pt x="365" y="22993"/>
                  </a:lnTo>
                  <a:lnTo>
                    <a:pt x="462" y="23589"/>
                  </a:lnTo>
                  <a:lnTo>
                    <a:pt x="577" y="24166"/>
                  </a:lnTo>
                  <a:lnTo>
                    <a:pt x="711" y="24762"/>
                  </a:lnTo>
                  <a:lnTo>
                    <a:pt x="865" y="25339"/>
                  </a:lnTo>
                  <a:lnTo>
                    <a:pt x="1019" y="25915"/>
                  </a:lnTo>
                  <a:lnTo>
                    <a:pt x="1192" y="26492"/>
                  </a:lnTo>
                  <a:lnTo>
                    <a:pt x="1365" y="27069"/>
                  </a:lnTo>
                  <a:lnTo>
                    <a:pt x="1577" y="27646"/>
                  </a:lnTo>
                  <a:lnTo>
                    <a:pt x="1788" y="28203"/>
                  </a:lnTo>
                  <a:lnTo>
                    <a:pt x="2019" y="28780"/>
                  </a:lnTo>
                  <a:lnTo>
                    <a:pt x="2249" y="29337"/>
                  </a:lnTo>
                  <a:lnTo>
                    <a:pt x="2499" y="29895"/>
                  </a:lnTo>
                  <a:lnTo>
                    <a:pt x="2769" y="30433"/>
                  </a:lnTo>
                  <a:lnTo>
                    <a:pt x="3057" y="30991"/>
                  </a:lnTo>
                  <a:lnTo>
                    <a:pt x="3345" y="31529"/>
                  </a:lnTo>
                  <a:lnTo>
                    <a:pt x="3653" y="32048"/>
                  </a:lnTo>
                  <a:lnTo>
                    <a:pt x="3980" y="32586"/>
                  </a:lnTo>
                  <a:lnTo>
                    <a:pt x="4307" y="33105"/>
                  </a:lnTo>
                  <a:lnTo>
                    <a:pt x="4653" y="33625"/>
                  </a:lnTo>
                  <a:lnTo>
                    <a:pt x="5018" y="34124"/>
                  </a:lnTo>
                  <a:lnTo>
                    <a:pt x="5383" y="34643"/>
                  </a:lnTo>
                  <a:lnTo>
                    <a:pt x="5787" y="35124"/>
                  </a:lnTo>
                  <a:lnTo>
                    <a:pt x="6171" y="35624"/>
                  </a:lnTo>
                  <a:lnTo>
                    <a:pt x="7786" y="37220"/>
                  </a:lnTo>
                  <a:lnTo>
                    <a:pt x="16322" y="28684"/>
                  </a:lnTo>
                  <a:lnTo>
                    <a:pt x="15822" y="28145"/>
                  </a:lnTo>
                  <a:lnTo>
                    <a:pt x="15361" y="27607"/>
                  </a:lnTo>
                  <a:lnTo>
                    <a:pt x="14919" y="27030"/>
                  </a:lnTo>
                  <a:lnTo>
                    <a:pt x="14515" y="26454"/>
                  </a:lnTo>
                  <a:lnTo>
                    <a:pt x="14150" y="25858"/>
                  </a:lnTo>
                  <a:lnTo>
                    <a:pt x="13804" y="25262"/>
                  </a:lnTo>
                  <a:lnTo>
                    <a:pt x="13496" y="24627"/>
                  </a:lnTo>
                  <a:lnTo>
                    <a:pt x="13227" y="23993"/>
                  </a:lnTo>
                  <a:lnTo>
                    <a:pt x="12977" y="23359"/>
                  </a:lnTo>
                  <a:lnTo>
                    <a:pt x="12765" y="22705"/>
                  </a:lnTo>
                  <a:lnTo>
                    <a:pt x="12592" y="22051"/>
                  </a:lnTo>
                  <a:lnTo>
                    <a:pt x="12439" y="21378"/>
                  </a:lnTo>
                  <a:lnTo>
                    <a:pt x="12323" y="20705"/>
                  </a:lnTo>
                  <a:lnTo>
                    <a:pt x="12246" y="20033"/>
                  </a:lnTo>
                  <a:lnTo>
                    <a:pt x="12208" y="19360"/>
                  </a:lnTo>
                  <a:lnTo>
                    <a:pt x="12189" y="18687"/>
                  </a:lnTo>
                  <a:lnTo>
                    <a:pt x="12208" y="18014"/>
                  </a:lnTo>
                  <a:lnTo>
                    <a:pt x="12246" y="17322"/>
                  </a:lnTo>
                  <a:lnTo>
                    <a:pt x="12323" y="16649"/>
                  </a:lnTo>
                  <a:lnTo>
                    <a:pt x="12439" y="15995"/>
                  </a:lnTo>
                  <a:lnTo>
                    <a:pt x="12592" y="15323"/>
                  </a:lnTo>
                  <a:lnTo>
                    <a:pt x="12765" y="14669"/>
                  </a:lnTo>
                  <a:lnTo>
                    <a:pt x="12977" y="14015"/>
                  </a:lnTo>
                  <a:lnTo>
                    <a:pt x="13227" y="13362"/>
                  </a:lnTo>
                  <a:lnTo>
                    <a:pt x="13496" y="12727"/>
                  </a:lnTo>
                  <a:lnTo>
                    <a:pt x="13804" y="12112"/>
                  </a:lnTo>
                  <a:lnTo>
                    <a:pt x="14150" y="11497"/>
                  </a:lnTo>
                  <a:lnTo>
                    <a:pt x="14515" y="10920"/>
                  </a:lnTo>
                  <a:lnTo>
                    <a:pt x="14919" y="10324"/>
                  </a:lnTo>
                  <a:lnTo>
                    <a:pt x="15361" y="9767"/>
                  </a:lnTo>
                  <a:lnTo>
                    <a:pt x="15822" y="9228"/>
                  </a:lnTo>
                  <a:lnTo>
                    <a:pt x="16322" y="8690"/>
                  </a:lnTo>
                  <a:lnTo>
                    <a:pt x="16399" y="8632"/>
                  </a:lnTo>
                  <a:lnTo>
                    <a:pt x="77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9"/>
            <p:cNvSpPr/>
            <p:nvPr/>
          </p:nvSpPr>
          <p:spPr>
            <a:xfrm rot="10800000">
              <a:off x="-15623" y="4365755"/>
              <a:ext cx="340820" cy="682336"/>
            </a:xfrm>
            <a:custGeom>
              <a:rect b="b" l="l" r="r" t="t"/>
              <a:pathLst>
                <a:path extrusionOk="0" h="37220" w="18591">
                  <a:moveTo>
                    <a:pt x="18591" y="0"/>
                  </a:moveTo>
                  <a:lnTo>
                    <a:pt x="1" y="18610"/>
                  </a:lnTo>
                  <a:lnTo>
                    <a:pt x="18591" y="37220"/>
                  </a:lnTo>
                  <a:lnTo>
                    <a:pt x="18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9" name="Google Shape;2149;p29"/>
          <p:cNvGrpSpPr/>
          <p:nvPr/>
        </p:nvGrpSpPr>
        <p:grpSpPr>
          <a:xfrm>
            <a:off x="8091725" y="3"/>
            <a:ext cx="1052283" cy="1322192"/>
            <a:chOff x="3515716" y="5634203"/>
            <a:chExt cx="1052283" cy="1322192"/>
          </a:xfrm>
        </p:grpSpPr>
        <p:sp>
          <p:nvSpPr>
            <p:cNvPr id="2150" name="Google Shape;2150;p29"/>
            <p:cNvSpPr/>
            <p:nvPr/>
          </p:nvSpPr>
          <p:spPr>
            <a:xfrm flipH="1" rot="-5400000">
              <a:off x="4310721" y="5634308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7"/>
                  </a:lnTo>
                  <a:lnTo>
                    <a:pt x="97" y="904"/>
                  </a:lnTo>
                  <a:lnTo>
                    <a:pt x="154" y="981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096" y="807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9"/>
            <p:cNvSpPr/>
            <p:nvPr/>
          </p:nvSpPr>
          <p:spPr>
            <a:xfrm flipH="1" rot="-5400000">
              <a:off x="4388160" y="5712326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3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3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29"/>
            <p:cNvSpPr/>
            <p:nvPr/>
          </p:nvSpPr>
          <p:spPr>
            <a:xfrm flipH="1" rot="-5400000">
              <a:off x="4222932" y="5722754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2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4" y="692"/>
                  </a:lnTo>
                  <a:lnTo>
                    <a:pt x="1154" y="577"/>
                  </a:lnTo>
                  <a:lnTo>
                    <a:pt x="1134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29"/>
            <p:cNvSpPr/>
            <p:nvPr/>
          </p:nvSpPr>
          <p:spPr>
            <a:xfrm flipH="1" rot="-5400000">
              <a:off x="4465599" y="5790345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7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7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29"/>
            <p:cNvSpPr/>
            <p:nvPr/>
          </p:nvSpPr>
          <p:spPr>
            <a:xfrm flipH="1" rot="-5400000">
              <a:off x="4300371" y="5800773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19" y="462"/>
                  </a:lnTo>
                  <a:lnTo>
                    <a:pt x="0" y="577"/>
                  </a:lnTo>
                  <a:lnTo>
                    <a:pt x="19" y="693"/>
                  </a:lnTo>
                  <a:lnTo>
                    <a:pt x="39" y="789"/>
                  </a:lnTo>
                  <a:lnTo>
                    <a:pt x="96" y="885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9"/>
            <p:cNvSpPr/>
            <p:nvPr/>
          </p:nvSpPr>
          <p:spPr>
            <a:xfrm flipH="1" rot="-5400000">
              <a:off x="4135132" y="581119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1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55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7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1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7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55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9"/>
            <p:cNvSpPr/>
            <p:nvPr/>
          </p:nvSpPr>
          <p:spPr>
            <a:xfrm flipH="1" rot="-5400000">
              <a:off x="4543037" y="5868364"/>
              <a:ext cx="25066" cy="24857"/>
            </a:xfrm>
            <a:custGeom>
              <a:rect b="b" l="l" r="r" t="t"/>
              <a:pathLst>
                <a:path extrusionOk="0" h="1154" w="1155">
                  <a:moveTo>
                    <a:pt x="577" y="0"/>
                  </a:moveTo>
                  <a:lnTo>
                    <a:pt x="462" y="19"/>
                  </a:lnTo>
                  <a:lnTo>
                    <a:pt x="347" y="58"/>
                  </a:lnTo>
                  <a:lnTo>
                    <a:pt x="251" y="96"/>
                  </a:lnTo>
                  <a:lnTo>
                    <a:pt x="154" y="173"/>
                  </a:lnTo>
                  <a:lnTo>
                    <a:pt x="97" y="269"/>
                  </a:lnTo>
                  <a:lnTo>
                    <a:pt x="39" y="365"/>
                  </a:lnTo>
                  <a:lnTo>
                    <a:pt x="1" y="481"/>
                  </a:lnTo>
                  <a:lnTo>
                    <a:pt x="1" y="577"/>
                  </a:lnTo>
                  <a:lnTo>
                    <a:pt x="1" y="692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4" y="1000"/>
                  </a:lnTo>
                  <a:lnTo>
                    <a:pt x="251" y="1058"/>
                  </a:lnTo>
                  <a:lnTo>
                    <a:pt x="347" y="1115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5"/>
                  </a:lnTo>
                  <a:lnTo>
                    <a:pt x="885" y="1058"/>
                  </a:lnTo>
                  <a:lnTo>
                    <a:pt x="981" y="1000"/>
                  </a:lnTo>
                  <a:lnTo>
                    <a:pt x="1058" y="904"/>
                  </a:lnTo>
                  <a:lnTo>
                    <a:pt x="1096" y="808"/>
                  </a:lnTo>
                  <a:lnTo>
                    <a:pt x="1135" y="692"/>
                  </a:lnTo>
                  <a:lnTo>
                    <a:pt x="1154" y="577"/>
                  </a:lnTo>
                  <a:lnTo>
                    <a:pt x="1135" y="481"/>
                  </a:lnTo>
                  <a:lnTo>
                    <a:pt x="1096" y="365"/>
                  </a:lnTo>
                  <a:lnTo>
                    <a:pt x="1058" y="269"/>
                  </a:lnTo>
                  <a:lnTo>
                    <a:pt x="981" y="173"/>
                  </a:lnTo>
                  <a:lnTo>
                    <a:pt x="885" y="96"/>
                  </a:lnTo>
                  <a:lnTo>
                    <a:pt x="789" y="58"/>
                  </a:lnTo>
                  <a:lnTo>
                    <a:pt x="674" y="19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9"/>
            <p:cNvSpPr/>
            <p:nvPr/>
          </p:nvSpPr>
          <p:spPr>
            <a:xfrm flipH="1" rot="-5400000">
              <a:off x="4377810" y="5878792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3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5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8" y="1115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3"/>
                  </a:lnTo>
                  <a:lnTo>
                    <a:pt x="885" y="97"/>
                  </a:lnTo>
                  <a:lnTo>
                    <a:pt x="788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9"/>
            <p:cNvSpPr/>
            <p:nvPr/>
          </p:nvSpPr>
          <p:spPr>
            <a:xfrm flipH="1" rot="-5400000">
              <a:off x="4212571" y="5889209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482" y="1"/>
                  </a:moveTo>
                  <a:lnTo>
                    <a:pt x="366" y="39"/>
                  </a:lnTo>
                  <a:lnTo>
                    <a:pt x="270" y="97"/>
                  </a:lnTo>
                  <a:lnTo>
                    <a:pt x="174" y="174"/>
                  </a:lnTo>
                  <a:lnTo>
                    <a:pt x="97" y="251"/>
                  </a:lnTo>
                  <a:lnTo>
                    <a:pt x="39" y="347"/>
                  </a:lnTo>
                  <a:lnTo>
                    <a:pt x="20" y="462"/>
                  </a:lnTo>
                  <a:lnTo>
                    <a:pt x="1" y="578"/>
                  </a:lnTo>
                  <a:lnTo>
                    <a:pt x="20" y="674"/>
                  </a:lnTo>
                  <a:lnTo>
                    <a:pt x="39" y="789"/>
                  </a:lnTo>
                  <a:lnTo>
                    <a:pt x="97" y="885"/>
                  </a:lnTo>
                  <a:lnTo>
                    <a:pt x="174" y="981"/>
                  </a:lnTo>
                  <a:lnTo>
                    <a:pt x="270" y="1058"/>
                  </a:lnTo>
                  <a:lnTo>
                    <a:pt x="366" y="1097"/>
                  </a:lnTo>
                  <a:lnTo>
                    <a:pt x="482" y="1135"/>
                  </a:lnTo>
                  <a:lnTo>
                    <a:pt x="578" y="1154"/>
                  </a:lnTo>
                  <a:lnTo>
                    <a:pt x="693" y="1135"/>
                  </a:lnTo>
                  <a:lnTo>
                    <a:pt x="808" y="1097"/>
                  </a:lnTo>
                  <a:lnTo>
                    <a:pt x="904" y="1058"/>
                  </a:lnTo>
                  <a:lnTo>
                    <a:pt x="981" y="981"/>
                  </a:lnTo>
                  <a:lnTo>
                    <a:pt x="1058" y="885"/>
                  </a:lnTo>
                  <a:lnTo>
                    <a:pt x="1116" y="789"/>
                  </a:lnTo>
                  <a:lnTo>
                    <a:pt x="1154" y="674"/>
                  </a:lnTo>
                  <a:lnTo>
                    <a:pt x="1154" y="578"/>
                  </a:lnTo>
                  <a:lnTo>
                    <a:pt x="1154" y="462"/>
                  </a:lnTo>
                  <a:lnTo>
                    <a:pt x="1116" y="347"/>
                  </a:lnTo>
                  <a:lnTo>
                    <a:pt x="1058" y="251"/>
                  </a:lnTo>
                  <a:lnTo>
                    <a:pt x="981" y="174"/>
                  </a:lnTo>
                  <a:lnTo>
                    <a:pt x="904" y="97"/>
                  </a:lnTo>
                  <a:lnTo>
                    <a:pt x="808" y="3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29"/>
            <p:cNvSpPr/>
            <p:nvPr/>
          </p:nvSpPr>
          <p:spPr>
            <a:xfrm flipH="1" rot="-5400000">
              <a:off x="4046923" y="5900060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7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1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1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29"/>
            <p:cNvSpPr/>
            <p:nvPr/>
          </p:nvSpPr>
          <p:spPr>
            <a:xfrm flipH="1" rot="-5400000">
              <a:off x="4455248" y="5956810"/>
              <a:ext cx="25045" cy="24857"/>
            </a:xfrm>
            <a:custGeom>
              <a:rect b="b" l="l" r="r" t="t"/>
              <a:pathLst>
                <a:path extrusionOk="0" h="1154" w="1154">
                  <a:moveTo>
                    <a:pt x="577" y="0"/>
                  </a:moveTo>
                  <a:lnTo>
                    <a:pt x="462" y="20"/>
                  </a:lnTo>
                  <a:lnTo>
                    <a:pt x="366" y="39"/>
                  </a:lnTo>
                  <a:lnTo>
                    <a:pt x="250" y="97"/>
                  </a:lnTo>
                  <a:lnTo>
                    <a:pt x="173" y="174"/>
                  </a:lnTo>
                  <a:lnTo>
                    <a:pt x="96" y="270"/>
                  </a:lnTo>
                  <a:lnTo>
                    <a:pt x="39" y="366"/>
                  </a:lnTo>
                  <a:lnTo>
                    <a:pt x="20" y="462"/>
                  </a:lnTo>
                  <a:lnTo>
                    <a:pt x="0" y="577"/>
                  </a:lnTo>
                  <a:lnTo>
                    <a:pt x="20" y="693"/>
                  </a:lnTo>
                  <a:lnTo>
                    <a:pt x="39" y="789"/>
                  </a:lnTo>
                  <a:lnTo>
                    <a:pt x="96" y="904"/>
                  </a:lnTo>
                  <a:lnTo>
                    <a:pt x="173" y="981"/>
                  </a:lnTo>
                  <a:lnTo>
                    <a:pt x="250" y="1058"/>
                  </a:lnTo>
                  <a:lnTo>
                    <a:pt x="366" y="1116"/>
                  </a:lnTo>
                  <a:lnTo>
                    <a:pt x="462" y="1135"/>
                  </a:lnTo>
                  <a:lnTo>
                    <a:pt x="577" y="1154"/>
                  </a:lnTo>
                  <a:lnTo>
                    <a:pt x="692" y="1135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981"/>
                  </a:lnTo>
                  <a:lnTo>
                    <a:pt x="1058" y="904"/>
                  </a:lnTo>
                  <a:lnTo>
                    <a:pt x="1115" y="789"/>
                  </a:lnTo>
                  <a:lnTo>
                    <a:pt x="1135" y="693"/>
                  </a:lnTo>
                  <a:lnTo>
                    <a:pt x="1154" y="577"/>
                  </a:lnTo>
                  <a:lnTo>
                    <a:pt x="1135" y="462"/>
                  </a:lnTo>
                  <a:lnTo>
                    <a:pt x="1115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39"/>
                  </a:lnTo>
                  <a:lnTo>
                    <a:pt x="692" y="2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9"/>
            <p:cNvSpPr/>
            <p:nvPr/>
          </p:nvSpPr>
          <p:spPr>
            <a:xfrm flipH="1" rot="-5400000">
              <a:off x="4161446" y="6036940"/>
              <a:ext cx="297932" cy="295701"/>
            </a:xfrm>
            <a:custGeom>
              <a:rect b="b" l="l" r="r" t="t"/>
              <a:pathLst>
                <a:path extrusionOk="0" h="13728" w="13728">
                  <a:moveTo>
                    <a:pt x="6864" y="1"/>
                  </a:moveTo>
                  <a:lnTo>
                    <a:pt x="1" y="6864"/>
                  </a:lnTo>
                  <a:lnTo>
                    <a:pt x="6864" y="13727"/>
                  </a:lnTo>
                  <a:lnTo>
                    <a:pt x="13727" y="6864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9"/>
            <p:cNvSpPr/>
            <p:nvPr/>
          </p:nvSpPr>
          <p:spPr>
            <a:xfrm flipH="1" rot="-5400000">
              <a:off x="4124362" y="5978078"/>
              <a:ext cx="25066" cy="24879"/>
            </a:xfrm>
            <a:custGeom>
              <a:rect b="b" l="l" r="r" t="t"/>
              <a:pathLst>
                <a:path extrusionOk="0" h="1155" w="1155">
                  <a:moveTo>
                    <a:pt x="578" y="1"/>
                  </a:moveTo>
                  <a:lnTo>
                    <a:pt x="462" y="20"/>
                  </a:lnTo>
                  <a:lnTo>
                    <a:pt x="347" y="59"/>
                  </a:lnTo>
                  <a:lnTo>
                    <a:pt x="251" y="97"/>
                  </a:lnTo>
                  <a:lnTo>
                    <a:pt x="155" y="174"/>
                  </a:lnTo>
                  <a:lnTo>
                    <a:pt x="97" y="270"/>
                  </a:lnTo>
                  <a:lnTo>
                    <a:pt x="39" y="366"/>
                  </a:lnTo>
                  <a:lnTo>
                    <a:pt x="1" y="482"/>
                  </a:lnTo>
                  <a:lnTo>
                    <a:pt x="1" y="578"/>
                  </a:lnTo>
                  <a:lnTo>
                    <a:pt x="1" y="693"/>
                  </a:lnTo>
                  <a:lnTo>
                    <a:pt x="39" y="808"/>
                  </a:lnTo>
                  <a:lnTo>
                    <a:pt x="97" y="904"/>
                  </a:lnTo>
                  <a:lnTo>
                    <a:pt x="155" y="1001"/>
                  </a:lnTo>
                  <a:lnTo>
                    <a:pt x="251" y="1058"/>
                  </a:lnTo>
                  <a:lnTo>
                    <a:pt x="347" y="1116"/>
                  </a:lnTo>
                  <a:lnTo>
                    <a:pt x="462" y="1154"/>
                  </a:lnTo>
                  <a:lnTo>
                    <a:pt x="674" y="1154"/>
                  </a:lnTo>
                  <a:lnTo>
                    <a:pt x="789" y="1116"/>
                  </a:lnTo>
                  <a:lnTo>
                    <a:pt x="885" y="1058"/>
                  </a:lnTo>
                  <a:lnTo>
                    <a:pt x="981" y="1001"/>
                  </a:lnTo>
                  <a:lnTo>
                    <a:pt x="1058" y="904"/>
                  </a:lnTo>
                  <a:lnTo>
                    <a:pt x="1097" y="808"/>
                  </a:lnTo>
                  <a:lnTo>
                    <a:pt x="1135" y="693"/>
                  </a:lnTo>
                  <a:lnTo>
                    <a:pt x="1154" y="578"/>
                  </a:lnTo>
                  <a:lnTo>
                    <a:pt x="1135" y="482"/>
                  </a:lnTo>
                  <a:lnTo>
                    <a:pt x="1097" y="366"/>
                  </a:lnTo>
                  <a:lnTo>
                    <a:pt x="1058" y="270"/>
                  </a:lnTo>
                  <a:lnTo>
                    <a:pt x="981" y="174"/>
                  </a:lnTo>
                  <a:lnTo>
                    <a:pt x="885" y="97"/>
                  </a:lnTo>
                  <a:lnTo>
                    <a:pt x="789" y="59"/>
                  </a:lnTo>
                  <a:lnTo>
                    <a:pt x="674" y="20"/>
                  </a:lnTo>
                  <a:lnTo>
                    <a:pt x="5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9"/>
            <p:cNvSpPr/>
            <p:nvPr/>
          </p:nvSpPr>
          <p:spPr>
            <a:xfrm flipH="1" rot="-5400000">
              <a:off x="3512487" y="6151856"/>
              <a:ext cx="807767" cy="801310"/>
            </a:xfrm>
            <a:custGeom>
              <a:rect b="b" l="l" r="r" t="t"/>
              <a:pathLst>
                <a:path extrusionOk="0" h="37201" w="37220">
                  <a:moveTo>
                    <a:pt x="18610" y="0"/>
                  </a:moveTo>
                  <a:lnTo>
                    <a:pt x="1" y="18591"/>
                  </a:lnTo>
                  <a:lnTo>
                    <a:pt x="18610" y="37200"/>
                  </a:lnTo>
                  <a:lnTo>
                    <a:pt x="37220" y="18591"/>
                  </a:lnTo>
                  <a:lnTo>
                    <a:pt x="186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7750" y="365760"/>
            <a:ext cx="7708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 Black"/>
              <a:buNone/>
              <a:defRPr sz="3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mc:AlternateContent>
    <mc:Choice Requires="p14">
      <p:transition p14:dur="400">
        <p:push/>
      </p:transition>
    </mc:Choice>
    <mc:Fallback>
      <p:transition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kaggle.com/code/williecosta/us-electric-utility-rates-2022#Rate-data-by-ZIP-code" TargetMode="External"/><Relationship Id="rId4" Type="http://schemas.openxmlformats.org/officeDocument/2006/relationships/hyperlink" Target="https://openei.org/wiki/Utility_Rate_Database" TargetMode="External"/><Relationship Id="rId5" Type="http://schemas.openxmlformats.org/officeDocument/2006/relationships/hyperlink" Target="https://www.postgresql.org/docs/current/spgist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30"/>
          <p:cNvSpPr txBox="1"/>
          <p:nvPr>
            <p:ph type="ctrTitle"/>
          </p:nvPr>
        </p:nvSpPr>
        <p:spPr>
          <a:xfrm>
            <a:off x="2574175" y="777800"/>
            <a:ext cx="6518700" cy="29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Understanding Industry Demands in Commercial Real Estate</a:t>
            </a:r>
            <a:endParaRPr sz="2000">
              <a:highlight>
                <a:schemeClr val="lt1"/>
              </a:highlight>
            </a:endParaRPr>
          </a:p>
        </p:txBody>
      </p:sp>
      <p:sp>
        <p:nvSpPr>
          <p:cNvPr id="2169" name="Google Shape;2169;p30"/>
          <p:cNvSpPr txBox="1"/>
          <p:nvPr>
            <p:ph idx="1" type="subTitle"/>
          </p:nvPr>
        </p:nvSpPr>
        <p:spPr>
          <a:xfrm>
            <a:off x="2625175" y="3224925"/>
            <a:ext cx="5715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 Webster, Ethan Bucy, Sam Holmes, &amp; Derec Gregory</a:t>
            </a:r>
            <a:endParaRPr/>
          </a:p>
        </p:txBody>
      </p:sp>
      <p:grpSp>
        <p:nvGrpSpPr>
          <p:cNvPr id="2170" name="Google Shape;2170;p30"/>
          <p:cNvGrpSpPr/>
          <p:nvPr/>
        </p:nvGrpSpPr>
        <p:grpSpPr>
          <a:xfrm>
            <a:off x="803825" y="1395824"/>
            <a:ext cx="1704900" cy="2434426"/>
            <a:chOff x="895350" y="1395824"/>
            <a:chExt cx="1704900" cy="2434426"/>
          </a:xfrm>
        </p:grpSpPr>
        <p:sp>
          <p:nvSpPr>
            <p:cNvPr id="2171" name="Google Shape;2171;p30"/>
            <p:cNvSpPr/>
            <p:nvPr/>
          </p:nvSpPr>
          <p:spPr>
            <a:xfrm>
              <a:off x="895350" y="3600450"/>
              <a:ext cx="1704900" cy="229800"/>
            </a:xfrm>
            <a:prstGeom prst="ellipse">
              <a:avLst/>
            </a:pr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30"/>
            <p:cNvSpPr/>
            <p:nvPr/>
          </p:nvSpPr>
          <p:spPr>
            <a:xfrm>
              <a:off x="1210609" y="1395824"/>
              <a:ext cx="195970" cy="57145"/>
            </a:xfrm>
            <a:custGeom>
              <a:rect b="b" l="l" r="r" t="t"/>
              <a:pathLst>
                <a:path extrusionOk="0" h="4793" w="16437">
                  <a:moveTo>
                    <a:pt x="1" y="0"/>
                  </a:moveTo>
                  <a:lnTo>
                    <a:pt x="1" y="4792"/>
                  </a:lnTo>
                  <a:lnTo>
                    <a:pt x="16437" y="4792"/>
                  </a:lnTo>
                  <a:lnTo>
                    <a:pt x="164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30"/>
            <p:cNvSpPr/>
            <p:nvPr/>
          </p:nvSpPr>
          <p:spPr>
            <a:xfrm>
              <a:off x="1555940" y="1395824"/>
              <a:ext cx="195970" cy="57145"/>
            </a:xfrm>
            <a:custGeom>
              <a:rect b="b" l="l" r="r" t="t"/>
              <a:pathLst>
                <a:path extrusionOk="0" h="4793" w="16437">
                  <a:moveTo>
                    <a:pt x="1" y="0"/>
                  </a:moveTo>
                  <a:lnTo>
                    <a:pt x="1" y="4792"/>
                  </a:lnTo>
                  <a:lnTo>
                    <a:pt x="16437" y="4792"/>
                  </a:lnTo>
                  <a:lnTo>
                    <a:pt x="164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30"/>
            <p:cNvSpPr/>
            <p:nvPr/>
          </p:nvSpPr>
          <p:spPr>
            <a:xfrm>
              <a:off x="1983471" y="1395824"/>
              <a:ext cx="195970" cy="57145"/>
            </a:xfrm>
            <a:custGeom>
              <a:rect b="b" l="l" r="r" t="t"/>
              <a:pathLst>
                <a:path extrusionOk="0" h="4793" w="16437">
                  <a:moveTo>
                    <a:pt x="0" y="0"/>
                  </a:moveTo>
                  <a:lnTo>
                    <a:pt x="0" y="4792"/>
                  </a:lnTo>
                  <a:lnTo>
                    <a:pt x="16436" y="4792"/>
                  </a:lnTo>
                  <a:lnTo>
                    <a:pt x="164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30"/>
            <p:cNvSpPr/>
            <p:nvPr/>
          </p:nvSpPr>
          <p:spPr>
            <a:xfrm>
              <a:off x="1118395" y="1476509"/>
              <a:ext cx="1249931" cy="2153561"/>
            </a:xfrm>
            <a:custGeom>
              <a:rect b="b" l="l" r="r" t="t"/>
              <a:pathLst>
                <a:path extrusionOk="0" h="180630" w="104838">
                  <a:moveTo>
                    <a:pt x="0" y="1"/>
                  </a:moveTo>
                  <a:lnTo>
                    <a:pt x="0" y="180630"/>
                  </a:lnTo>
                  <a:lnTo>
                    <a:pt x="104838" y="180630"/>
                  </a:lnTo>
                  <a:lnTo>
                    <a:pt x="1048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30"/>
            <p:cNvSpPr/>
            <p:nvPr/>
          </p:nvSpPr>
          <p:spPr>
            <a:xfrm>
              <a:off x="1070773" y="3630211"/>
              <a:ext cx="1344667" cy="100757"/>
            </a:xfrm>
            <a:custGeom>
              <a:rect b="b" l="l" r="r" t="t"/>
              <a:pathLst>
                <a:path extrusionOk="0" h="8451" w="112784">
                  <a:moveTo>
                    <a:pt x="1" y="1"/>
                  </a:moveTo>
                  <a:lnTo>
                    <a:pt x="1" y="8450"/>
                  </a:lnTo>
                  <a:lnTo>
                    <a:pt x="112783" y="8450"/>
                  </a:lnTo>
                  <a:lnTo>
                    <a:pt x="11278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30"/>
            <p:cNvSpPr/>
            <p:nvPr/>
          </p:nvSpPr>
          <p:spPr>
            <a:xfrm>
              <a:off x="1385534" y="3697376"/>
              <a:ext cx="715183" cy="33598"/>
            </a:xfrm>
            <a:custGeom>
              <a:rect b="b" l="l" r="r" t="t"/>
              <a:pathLst>
                <a:path extrusionOk="0" h="2818" w="59986">
                  <a:moveTo>
                    <a:pt x="0" y="1"/>
                  </a:moveTo>
                  <a:lnTo>
                    <a:pt x="0" y="2817"/>
                  </a:lnTo>
                  <a:lnTo>
                    <a:pt x="59986" y="2817"/>
                  </a:lnTo>
                  <a:lnTo>
                    <a:pt x="599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30"/>
            <p:cNvSpPr/>
            <p:nvPr/>
          </p:nvSpPr>
          <p:spPr>
            <a:xfrm>
              <a:off x="1438664" y="3663800"/>
              <a:ext cx="608930" cy="33586"/>
            </a:xfrm>
            <a:custGeom>
              <a:rect b="b" l="l" r="r" t="t"/>
              <a:pathLst>
                <a:path extrusionOk="0" h="2817" w="51074">
                  <a:moveTo>
                    <a:pt x="0" y="0"/>
                  </a:moveTo>
                  <a:lnTo>
                    <a:pt x="0" y="2817"/>
                  </a:lnTo>
                  <a:lnTo>
                    <a:pt x="51074" y="2817"/>
                  </a:lnTo>
                  <a:lnTo>
                    <a:pt x="510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30"/>
            <p:cNvSpPr/>
            <p:nvPr/>
          </p:nvSpPr>
          <p:spPr>
            <a:xfrm>
              <a:off x="1504325" y="3630211"/>
              <a:ext cx="477627" cy="33598"/>
            </a:xfrm>
            <a:custGeom>
              <a:rect b="b" l="l" r="r" t="t"/>
              <a:pathLst>
                <a:path extrusionOk="0" h="2818" w="40061">
                  <a:moveTo>
                    <a:pt x="0" y="1"/>
                  </a:moveTo>
                  <a:lnTo>
                    <a:pt x="0" y="2817"/>
                  </a:lnTo>
                  <a:lnTo>
                    <a:pt x="40060" y="2817"/>
                  </a:lnTo>
                  <a:lnTo>
                    <a:pt x="400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30"/>
            <p:cNvSpPr/>
            <p:nvPr/>
          </p:nvSpPr>
          <p:spPr>
            <a:xfrm>
              <a:off x="1504325" y="3656777"/>
              <a:ext cx="477627" cy="7034"/>
            </a:xfrm>
            <a:custGeom>
              <a:rect b="b" l="l" r="r" t="t"/>
              <a:pathLst>
                <a:path extrusionOk="0" h="590" w="40061">
                  <a:moveTo>
                    <a:pt x="0" y="1"/>
                  </a:moveTo>
                  <a:lnTo>
                    <a:pt x="0" y="589"/>
                  </a:lnTo>
                  <a:lnTo>
                    <a:pt x="40060" y="589"/>
                  </a:lnTo>
                  <a:lnTo>
                    <a:pt x="40060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30"/>
            <p:cNvSpPr/>
            <p:nvPr/>
          </p:nvSpPr>
          <p:spPr>
            <a:xfrm>
              <a:off x="1438664" y="3690365"/>
              <a:ext cx="608930" cy="7022"/>
            </a:xfrm>
            <a:custGeom>
              <a:rect b="b" l="l" r="r" t="t"/>
              <a:pathLst>
                <a:path extrusionOk="0" h="589" w="51074">
                  <a:moveTo>
                    <a:pt x="0" y="0"/>
                  </a:moveTo>
                  <a:lnTo>
                    <a:pt x="0" y="589"/>
                  </a:lnTo>
                  <a:lnTo>
                    <a:pt x="51074" y="589"/>
                  </a:lnTo>
                  <a:lnTo>
                    <a:pt x="51074" y="0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30"/>
            <p:cNvSpPr/>
            <p:nvPr/>
          </p:nvSpPr>
          <p:spPr>
            <a:xfrm>
              <a:off x="1845638" y="2930526"/>
              <a:ext cx="522730" cy="344322"/>
            </a:xfrm>
            <a:custGeom>
              <a:rect b="b" l="l" r="r" t="t"/>
              <a:pathLst>
                <a:path extrusionOk="0" h="28880" w="43844">
                  <a:moveTo>
                    <a:pt x="0" y="1"/>
                  </a:moveTo>
                  <a:lnTo>
                    <a:pt x="0" y="28879"/>
                  </a:lnTo>
                  <a:lnTo>
                    <a:pt x="43844" y="28879"/>
                  </a:lnTo>
                  <a:lnTo>
                    <a:pt x="438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30"/>
            <p:cNvSpPr/>
            <p:nvPr/>
          </p:nvSpPr>
          <p:spPr>
            <a:xfrm>
              <a:off x="1845638" y="2930526"/>
              <a:ext cx="11541" cy="344322"/>
            </a:xfrm>
            <a:custGeom>
              <a:rect b="b" l="l" r="r" t="t"/>
              <a:pathLst>
                <a:path extrusionOk="0" h="28880" w="968">
                  <a:moveTo>
                    <a:pt x="0" y="1"/>
                  </a:moveTo>
                  <a:lnTo>
                    <a:pt x="0" y="28879"/>
                  </a:lnTo>
                  <a:lnTo>
                    <a:pt x="967" y="28879"/>
                  </a:lnTo>
                  <a:lnTo>
                    <a:pt x="967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30"/>
            <p:cNvSpPr/>
            <p:nvPr/>
          </p:nvSpPr>
          <p:spPr>
            <a:xfrm>
              <a:off x="1679238" y="3381622"/>
              <a:ext cx="126808" cy="248584"/>
            </a:xfrm>
            <a:custGeom>
              <a:rect b="b" l="l" r="r" t="t"/>
              <a:pathLst>
                <a:path extrusionOk="0" h="20850" w="10636">
                  <a:moveTo>
                    <a:pt x="1" y="0"/>
                  </a:moveTo>
                  <a:lnTo>
                    <a:pt x="1" y="20850"/>
                  </a:lnTo>
                  <a:lnTo>
                    <a:pt x="10636" y="20850"/>
                  </a:lnTo>
                  <a:lnTo>
                    <a:pt x="106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0"/>
            <p:cNvSpPr/>
            <p:nvPr/>
          </p:nvSpPr>
          <p:spPr>
            <a:xfrm>
              <a:off x="1965932" y="3012224"/>
              <a:ext cx="218516" cy="262629"/>
            </a:xfrm>
            <a:custGeom>
              <a:rect b="b" l="l" r="r" t="t"/>
              <a:pathLst>
                <a:path extrusionOk="0" h="22028" w="18328">
                  <a:moveTo>
                    <a:pt x="0" y="0"/>
                  </a:moveTo>
                  <a:lnTo>
                    <a:pt x="0" y="22027"/>
                  </a:lnTo>
                  <a:lnTo>
                    <a:pt x="18328" y="22027"/>
                  </a:lnTo>
                  <a:lnTo>
                    <a:pt x="183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30"/>
            <p:cNvSpPr/>
            <p:nvPr/>
          </p:nvSpPr>
          <p:spPr>
            <a:xfrm>
              <a:off x="2081205" y="3026759"/>
              <a:ext cx="91219" cy="234563"/>
            </a:xfrm>
            <a:custGeom>
              <a:rect b="b" l="l" r="r" t="t"/>
              <a:pathLst>
                <a:path extrusionOk="0" h="19674" w="7651">
                  <a:moveTo>
                    <a:pt x="0" y="1"/>
                  </a:moveTo>
                  <a:lnTo>
                    <a:pt x="0" y="19673"/>
                  </a:lnTo>
                  <a:lnTo>
                    <a:pt x="7651" y="19673"/>
                  </a:lnTo>
                  <a:lnTo>
                    <a:pt x="76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30"/>
            <p:cNvSpPr/>
            <p:nvPr/>
          </p:nvSpPr>
          <p:spPr>
            <a:xfrm>
              <a:off x="1976949" y="3026759"/>
              <a:ext cx="91231" cy="234563"/>
            </a:xfrm>
            <a:custGeom>
              <a:rect b="b" l="l" r="r" t="t"/>
              <a:pathLst>
                <a:path extrusionOk="0" h="19674" w="7652">
                  <a:moveTo>
                    <a:pt x="1" y="1"/>
                  </a:moveTo>
                  <a:lnTo>
                    <a:pt x="1" y="19673"/>
                  </a:lnTo>
                  <a:lnTo>
                    <a:pt x="7651" y="19673"/>
                  </a:lnTo>
                  <a:lnTo>
                    <a:pt x="76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30"/>
            <p:cNvSpPr/>
            <p:nvPr/>
          </p:nvSpPr>
          <p:spPr>
            <a:xfrm>
              <a:off x="1118395" y="3319465"/>
              <a:ext cx="1249931" cy="29079"/>
            </a:xfrm>
            <a:custGeom>
              <a:rect b="b" l="l" r="r" t="t"/>
              <a:pathLst>
                <a:path extrusionOk="0" h="2439" w="104838">
                  <a:moveTo>
                    <a:pt x="0" y="1"/>
                  </a:moveTo>
                  <a:lnTo>
                    <a:pt x="0" y="2439"/>
                  </a:lnTo>
                  <a:lnTo>
                    <a:pt x="104838" y="505"/>
                  </a:lnTo>
                  <a:lnTo>
                    <a:pt x="104838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30"/>
            <p:cNvSpPr/>
            <p:nvPr/>
          </p:nvSpPr>
          <p:spPr>
            <a:xfrm>
              <a:off x="1118395" y="2953085"/>
              <a:ext cx="727213" cy="28578"/>
            </a:xfrm>
            <a:custGeom>
              <a:rect b="b" l="l" r="r" t="t"/>
              <a:pathLst>
                <a:path extrusionOk="0" h="2397" w="60995">
                  <a:moveTo>
                    <a:pt x="0" y="0"/>
                  </a:moveTo>
                  <a:lnTo>
                    <a:pt x="0" y="2396"/>
                  </a:lnTo>
                  <a:lnTo>
                    <a:pt x="60994" y="505"/>
                  </a:lnTo>
                  <a:lnTo>
                    <a:pt x="60994" y="0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0"/>
            <p:cNvSpPr/>
            <p:nvPr/>
          </p:nvSpPr>
          <p:spPr>
            <a:xfrm>
              <a:off x="1845638" y="2953085"/>
              <a:ext cx="522730" cy="41610"/>
            </a:xfrm>
            <a:custGeom>
              <a:rect b="b" l="l" r="r" t="t"/>
              <a:pathLst>
                <a:path extrusionOk="0" h="3490" w="43844">
                  <a:moveTo>
                    <a:pt x="0" y="0"/>
                  </a:moveTo>
                  <a:lnTo>
                    <a:pt x="0" y="3489"/>
                  </a:lnTo>
                  <a:lnTo>
                    <a:pt x="43844" y="883"/>
                  </a:lnTo>
                  <a:lnTo>
                    <a:pt x="43844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0"/>
            <p:cNvSpPr/>
            <p:nvPr/>
          </p:nvSpPr>
          <p:spPr>
            <a:xfrm>
              <a:off x="1899770" y="3221229"/>
              <a:ext cx="19553" cy="53639"/>
            </a:xfrm>
            <a:custGeom>
              <a:rect b="b" l="l" r="r" t="t"/>
              <a:pathLst>
                <a:path extrusionOk="0" h="4499" w="1640">
                  <a:moveTo>
                    <a:pt x="0" y="1"/>
                  </a:moveTo>
                  <a:lnTo>
                    <a:pt x="0" y="4498"/>
                  </a:lnTo>
                  <a:lnTo>
                    <a:pt x="1640" y="4498"/>
                  </a:lnTo>
                  <a:lnTo>
                    <a:pt x="1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0"/>
            <p:cNvSpPr/>
            <p:nvPr/>
          </p:nvSpPr>
          <p:spPr>
            <a:xfrm>
              <a:off x="2128815" y="3221229"/>
              <a:ext cx="20066" cy="53639"/>
            </a:xfrm>
            <a:custGeom>
              <a:rect b="b" l="l" r="r" t="t"/>
              <a:pathLst>
                <a:path extrusionOk="0" h="4499" w="1683">
                  <a:moveTo>
                    <a:pt x="1" y="1"/>
                  </a:moveTo>
                  <a:lnTo>
                    <a:pt x="1" y="4498"/>
                  </a:lnTo>
                  <a:lnTo>
                    <a:pt x="1682" y="4498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0"/>
            <p:cNvSpPr/>
            <p:nvPr/>
          </p:nvSpPr>
          <p:spPr>
            <a:xfrm>
              <a:off x="2358372" y="3221229"/>
              <a:ext cx="19553" cy="53639"/>
            </a:xfrm>
            <a:custGeom>
              <a:rect b="b" l="l" r="r" t="t"/>
              <a:pathLst>
                <a:path extrusionOk="0" h="4499" w="1640">
                  <a:moveTo>
                    <a:pt x="0" y="1"/>
                  </a:moveTo>
                  <a:lnTo>
                    <a:pt x="0" y="4498"/>
                  </a:lnTo>
                  <a:lnTo>
                    <a:pt x="1640" y="4498"/>
                  </a:lnTo>
                  <a:lnTo>
                    <a:pt x="1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30"/>
            <p:cNvSpPr/>
            <p:nvPr/>
          </p:nvSpPr>
          <p:spPr>
            <a:xfrm>
              <a:off x="2243599" y="3221229"/>
              <a:ext cx="20054" cy="53639"/>
            </a:xfrm>
            <a:custGeom>
              <a:rect b="b" l="l" r="r" t="t"/>
              <a:pathLst>
                <a:path extrusionOk="0" h="4499" w="1682">
                  <a:moveTo>
                    <a:pt x="0" y="1"/>
                  </a:moveTo>
                  <a:lnTo>
                    <a:pt x="0" y="4498"/>
                  </a:lnTo>
                  <a:lnTo>
                    <a:pt x="1681" y="4498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0"/>
            <p:cNvSpPr/>
            <p:nvPr/>
          </p:nvSpPr>
          <p:spPr>
            <a:xfrm>
              <a:off x="2014042" y="3221229"/>
              <a:ext cx="20054" cy="53639"/>
            </a:xfrm>
            <a:custGeom>
              <a:rect b="b" l="l" r="r" t="t"/>
              <a:pathLst>
                <a:path extrusionOk="0" h="4499" w="1682">
                  <a:moveTo>
                    <a:pt x="1" y="1"/>
                  </a:moveTo>
                  <a:lnTo>
                    <a:pt x="1" y="4498"/>
                  </a:lnTo>
                  <a:lnTo>
                    <a:pt x="1682" y="4498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0"/>
            <p:cNvSpPr/>
            <p:nvPr/>
          </p:nvSpPr>
          <p:spPr>
            <a:xfrm>
              <a:off x="1899770" y="3221229"/>
              <a:ext cx="19553" cy="11040"/>
            </a:xfrm>
            <a:custGeom>
              <a:rect b="b" l="l" r="r" t="t"/>
              <a:pathLst>
                <a:path extrusionOk="0" h="926" w="1640">
                  <a:moveTo>
                    <a:pt x="0" y="1"/>
                  </a:moveTo>
                  <a:lnTo>
                    <a:pt x="0" y="925"/>
                  </a:lnTo>
                  <a:lnTo>
                    <a:pt x="1640" y="925"/>
                  </a:lnTo>
                  <a:lnTo>
                    <a:pt x="1640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0"/>
            <p:cNvSpPr/>
            <p:nvPr/>
          </p:nvSpPr>
          <p:spPr>
            <a:xfrm>
              <a:off x="2128815" y="3221229"/>
              <a:ext cx="20066" cy="11040"/>
            </a:xfrm>
            <a:custGeom>
              <a:rect b="b" l="l" r="r" t="t"/>
              <a:pathLst>
                <a:path extrusionOk="0" h="926" w="1683">
                  <a:moveTo>
                    <a:pt x="1" y="1"/>
                  </a:moveTo>
                  <a:lnTo>
                    <a:pt x="1" y="925"/>
                  </a:lnTo>
                  <a:lnTo>
                    <a:pt x="1682" y="925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0"/>
            <p:cNvSpPr/>
            <p:nvPr/>
          </p:nvSpPr>
          <p:spPr>
            <a:xfrm>
              <a:off x="2358372" y="3221229"/>
              <a:ext cx="19553" cy="11040"/>
            </a:xfrm>
            <a:custGeom>
              <a:rect b="b" l="l" r="r" t="t"/>
              <a:pathLst>
                <a:path extrusionOk="0" h="926" w="1640">
                  <a:moveTo>
                    <a:pt x="0" y="1"/>
                  </a:moveTo>
                  <a:lnTo>
                    <a:pt x="0" y="925"/>
                  </a:lnTo>
                  <a:lnTo>
                    <a:pt x="1640" y="925"/>
                  </a:lnTo>
                  <a:lnTo>
                    <a:pt x="1640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30"/>
            <p:cNvSpPr/>
            <p:nvPr/>
          </p:nvSpPr>
          <p:spPr>
            <a:xfrm>
              <a:off x="2243599" y="3221229"/>
              <a:ext cx="20054" cy="11040"/>
            </a:xfrm>
            <a:custGeom>
              <a:rect b="b" l="l" r="r" t="t"/>
              <a:pathLst>
                <a:path extrusionOk="0" h="926" w="1682">
                  <a:moveTo>
                    <a:pt x="0" y="1"/>
                  </a:moveTo>
                  <a:lnTo>
                    <a:pt x="0" y="925"/>
                  </a:lnTo>
                  <a:lnTo>
                    <a:pt x="1681" y="925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30"/>
            <p:cNvSpPr/>
            <p:nvPr/>
          </p:nvSpPr>
          <p:spPr>
            <a:xfrm>
              <a:off x="2014042" y="3221229"/>
              <a:ext cx="20054" cy="11040"/>
            </a:xfrm>
            <a:custGeom>
              <a:rect b="b" l="l" r="r" t="t"/>
              <a:pathLst>
                <a:path extrusionOk="0" h="926" w="1682">
                  <a:moveTo>
                    <a:pt x="1" y="1"/>
                  </a:moveTo>
                  <a:lnTo>
                    <a:pt x="1" y="925"/>
                  </a:lnTo>
                  <a:lnTo>
                    <a:pt x="1682" y="925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30"/>
            <p:cNvSpPr/>
            <p:nvPr/>
          </p:nvSpPr>
          <p:spPr>
            <a:xfrm>
              <a:off x="1085809" y="3274860"/>
              <a:ext cx="1314599" cy="44614"/>
            </a:xfrm>
            <a:custGeom>
              <a:rect b="b" l="l" r="r" t="t"/>
              <a:pathLst>
                <a:path extrusionOk="0" h="3742" w="110262">
                  <a:moveTo>
                    <a:pt x="1" y="0"/>
                  </a:moveTo>
                  <a:lnTo>
                    <a:pt x="1" y="3742"/>
                  </a:lnTo>
                  <a:lnTo>
                    <a:pt x="110261" y="3742"/>
                  </a:lnTo>
                  <a:lnTo>
                    <a:pt x="1102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0"/>
            <p:cNvSpPr/>
            <p:nvPr/>
          </p:nvSpPr>
          <p:spPr>
            <a:xfrm>
              <a:off x="1845638" y="3211702"/>
              <a:ext cx="554814" cy="9538"/>
            </a:xfrm>
            <a:custGeom>
              <a:rect b="b" l="l" r="r" t="t"/>
              <a:pathLst>
                <a:path extrusionOk="0" h="800" w="46535">
                  <a:moveTo>
                    <a:pt x="0" y="1"/>
                  </a:moveTo>
                  <a:lnTo>
                    <a:pt x="0" y="800"/>
                  </a:lnTo>
                  <a:lnTo>
                    <a:pt x="46534" y="800"/>
                  </a:lnTo>
                  <a:lnTo>
                    <a:pt x="46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0"/>
            <p:cNvSpPr/>
            <p:nvPr/>
          </p:nvSpPr>
          <p:spPr>
            <a:xfrm>
              <a:off x="1521363" y="3319465"/>
              <a:ext cx="61651" cy="310736"/>
            </a:xfrm>
            <a:custGeom>
              <a:rect b="b" l="l" r="r" t="t"/>
              <a:pathLst>
                <a:path extrusionOk="0" h="26063" w="5171">
                  <a:moveTo>
                    <a:pt x="0" y="1"/>
                  </a:moveTo>
                  <a:lnTo>
                    <a:pt x="0" y="26063"/>
                  </a:lnTo>
                  <a:lnTo>
                    <a:pt x="5171" y="26063"/>
                  </a:lnTo>
                  <a:lnTo>
                    <a:pt x="51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0"/>
            <p:cNvSpPr/>
            <p:nvPr/>
          </p:nvSpPr>
          <p:spPr>
            <a:xfrm>
              <a:off x="1903275" y="3319465"/>
              <a:ext cx="62164" cy="310736"/>
            </a:xfrm>
            <a:custGeom>
              <a:rect b="b" l="l" r="r" t="t"/>
              <a:pathLst>
                <a:path extrusionOk="0" h="26063" w="5214">
                  <a:moveTo>
                    <a:pt x="1" y="1"/>
                  </a:moveTo>
                  <a:lnTo>
                    <a:pt x="1" y="26063"/>
                  </a:lnTo>
                  <a:lnTo>
                    <a:pt x="5213" y="26063"/>
                  </a:lnTo>
                  <a:lnTo>
                    <a:pt x="52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0"/>
            <p:cNvSpPr/>
            <p:nvPr/>
          </p:nvSpPr>
          <p:spPr>
            <a:xfrm>
              <a:off x="1521363" y="3319465"/>
              <a:ext cx="61651" cy="14545"/>
            </a:xfrm>
            <a:custGeom>
              <a:rect b="b" l="l" r="r" t="t"/>
              <a:pathLst>
                <a:path extrusionOk="0" h="1220" w="5171">
                  <a:moveTo>
                    <a:pt x="0" y="1"/>
                  </a:moveTo>
                  <a:lnTo>
                    <a:pt x="0" y="1220"/>
                  </a:lnTo>
                  <a:lnTo>
                    <a:pt x="5171" y="1220"/>
                  </a:lnTo>
                  <a:lnTo>
                    <a:pt x="5171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0"/>
            <p:cNvSpPr/>
            <p:nvPr/>
          </p:nvSpPr>
          <p:spPr>
            <a:xfrm>
              <a:off x="1903275" y="3319465"/>
              <a:ext cx="62164" cy="14545"/>
            </a:xfrm>
            <a:custGeom>
              <a:rect b="b" l="l" r="r" t="t"/>
              <a:pathLst>
                <a:path extrusionOk="0" h="1220" w="5214">
                  <a:moveTo>
                    <a:pt x="1" y="1"/>
                  </a:moveTo>
                  <a:lnTo>
                    <a:pt x="1" y="1220"/>
                  </a:lnTo>
                  <a:lnTo>
                    <a:pt x="5213" y="1220"/>
                  </a:lnTo>
                  <a:lnTo>
                    <a:pt x="5213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0"/>
            <p:cNvSpPr/>
            <p:nvPr/>
          </p:nvSpPr>
          <p:spPr>
            <a:xfrm>
              <a:off x="1200593" y="3448273"/>
              <a:ext cx="38593" cy="137335"/>
            </a:xfrm>
            <a:custGeom>
              <a:rect b="b" l="l" r="r" t="t"/>
              <a:pathLst>
                <a:path extrusionOk="0" h="11519" w="3237">
                  <a:moveTo>
                    <a:pt x="0" y="1"/>
                  </a:moveTo>
                  <a:lnTo>
                    <a:pt x="0" y="11519"/>
                  </a:lnTo>
                  <a:lnTo>
                    <a:pt x="3237" y="11519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0"/>
            <p:cNvSpPr/>
            <p:nvPr/>
          </p:nvSpPr>
          <p:spPr>
            <a:xfrm>
              <a:off x="1200593" y="3389634"/>
              <a:ext cx="38593" cy="46617"/>
            </a:xfrm>
            <a:custGeom>
              <a:rect b="b" l="l" r="r" t="t"/>
              <a:pathLst>
                <a:path extrusionOk="0" h="3910" w="3237">
                  <a:moveTo>
                    <a:pt x="0" y="1"/>
                  </a:moveTo>
                  <a:lnTo>
                    <a:pt x="0" y="3910"/>
                  </a:lnTo>
                  <a:lnTo>
                    <a:pt x="3237" y="3910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30"/>
            <p:cNvSpPr/>
            <p:nvPr/>
          </p:nvSpPr>
          <p:spPr>
            <a:xfrm>
              <a:off x="1247201" y="3448273"/>
              <a:ext cx="129311" cy="137335"/>
            </a:xfrm>
            <a:custGeom>
              <a:rect b="b" l="l" r="r" t="t"/>
              <a:pathLst>
                <a:path extrusionOk="0" h="11519" w="10846">
                  <a:moveTo>
                    <a:pt x="1" y="1"/>
                  </a:moveTo>
                  <a:lnTo>
                    <a:pt x="1" y="11519"/>
                  </a:lnTo>
                  <a:lnTo>
                    <a:pt x="10846" y="11519"/>
                  </a:lnTo>
                  <a:lnTo>
                    <a:pt x="108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0"/>
            <p:cNvSpPr/>
            <p:nvPr/>
          </p:nvSpPr>
          <p:spPr>
            <a:xfrm>
              <a:off x="1247201" y="3389634"/>
              <a:ext cx="129311" cy="46617"/>
            </a:xfrm>
            <a:custGeom>
              <a:rect b="b" l="l" r="r" t="t"/>
              <a:pathLst>
                <a:path extrusionOk="0" h="3910" w="10846">
                  <a:moveTo>
                    <a:pt x="1" y="1"/>
                  </a:moveTo>
                  <a:lnTo>
                    <a:pt x="1" y="3910"/>
                  </a:lnTo>
                  <a:lnTo>
                    <a:pt x="10846" y="3910"/>
                  </a:lnTo>
                  <a:lnTo>
                    <a:pt x="108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30"/>
            <p:cNvSpPr/>
            <p:nvPr/>
          </p:nvSpPr>
          <p:spPr>
            <a:xfrm>
              <a:off x="1384032" y="3448273"/>
              <a:ext cx="39106" cy="137335"/>
            </a:xfrm>
            <a:custGeom>
              <a:rect b="b" l="l" r="r" t="t"/>
              <a:pathLst>
                <a:path extrusionOk="0" h="11519" w="3280">
                  <a:moveTo>
                    <a:pt x="0" y="1"/>
                  </a:moveTo>
                  <a:lnTo>
                    <a:pt x="0" y="11519"/>
                  </a:lnTo>
                  <a:lnTo>
                    <a:pt x="3279" y="11519"/>
                  </a:lnTo>
                  <a:lnTo>
                    <a:pt x="32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0"/>
            <p:cNvSpPr/>
            <p:nvPr/>
          </p:nvSpPr>
          <p:spPr>
            <a:xfrm>
              <a:off x="1384032" y="3389634"/>
              <a:ext cx="39106" cy="46617"/>
            </a:xfrm>
            <a:custGeom>
              <a:rect b="b" l="l" r="r" t="t"/>
              <a:pathLst>
                <a:path extrusionOk="0" h="3910" w="3280">
                  <a:moveTo>
                    <a:pt x="0" y="1"/>
                  </a:moveTo>
                  <a:lnTo>
                    <a:pt x="0" y="3910"/>
                  </a:lnTo>
                  <a:lnTo>
                    <a:pt x="3279" y="3910"/>
                  </a:lnTo>
                  <a:lnTo>
                    <a:pt x="32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0"/>
            <p:cNvSpPr/>
            <p:nvPr/>
          </p:nvSpPr>
          <p:spPr>
            <a:xfrm>
              <a:off x="1184557" y="3381622"/>
              <a:ext cx="247583" cy="222533"/>
            </a:xfrm>
            <a:custGeom>
              <a:rect b="b" l="l" r="r" t="t"/>
              <a:pathLst>
                <a:path extrusionOk="0" h="18665" w="20766">
                  <a:moveTo>
                    <a:pt x="0" y="0"/>
                  </a:moveTo>
                  <a:lnTo>
                    <a:pt x="0" y="18664"/>
                  </a:lnTo>
                  <a:lnTo>
                    <a:pt x="20766" y="18664"/>
                  </a:lnTo>
                  <a:lnTo>
                    <a:pt x="20766" y="18076"/>
                  </a:lnTo>
                  <a:lnTo>
                    <a:pt x="505" y="1807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0"/>
            <p:cNvSpPr/>
            <p:nvPr/>
          </p:nvSpPr>
          <p:spPr>
            <a:xfrm>
              <a:off x="1200593" y="3083896"/>
              <a:ext cx="38593" cy="136835"/>
            </a:xfrm>
            <a:custGeom>
              <a:rect b="b" l="l" r="r" t="t"/>
              <a:pathLst>
                <a:path extrusionOk="0" h="11477" w="3237">
                  <a:moveTo>
                    <a:pt x="0" y="1"/>
                  </a:moveTo>
                  <a:lnTo>
                    <a:pt x="0" y="11476"/>
                  </a:lnTo>
                  <a:lnTo>
                    <a:pt x="3237" y="11476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0"/>
            <p:cNvSpPr/>
            <p:nvPr/>
          </p:nvSpPr>
          <p:spPr>
            <a:xfrm>
              <a:off x="1200593" y="3025257"/>
              <a:ext cx="38593" cy="46617"/>
            </a:xfrm>
            <a:custGeom>
              <a:rect b="b" l="l" r="r" t="t"/>
              <a:pathLst>
                <a:path extrusionOk="0" h="3910" w="3237">
                  <a:moveTo>
                    <a:pt x="0" y="0"/>
                  </a:moveTo>
                  <a:lnTo>
                    <a:pt x="0" y="3910"/>
                  </a:lnTo>
                  <a:lnTo>
                    <a:pt x="3237" y="3910"/>
                  </a:lnTo>
                  <a:lnTo>
                    <a:pt x="3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0"/>
            <p:cNvSpPr/>
            <p:nvPr/>
          </p:nvSpPr>
          <p:spPr>
            <a:xfrm>
              <a:off x="1247201" y="3083896"/>
              <a:ext cx="129311" cy="136835"/>
            </a:xfrm>
            <a:custGeom>
              <a:rect b="b" l="l" r="r" t="t"/>
              <a:pathLst>
                <a:path extrusionOk="0" h="11477" w="10846">
                  <a:moveTo>
                    <a:pt x="1" y="1"/>
                  </a:moveTo>
                  <a:lnTo>
                    <a:pt x="1" y="11476"/>
                  </a:lnTo>
                  <a:lnTo>
                    <a:pt x="10846" y="11476"/>
                  </a:lnTo>
                  <a:lnTo>
                    <a:pt x="108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0"/>
            <p:cNvSpPr/>
            <p:nvPr/>
          </p:nvSpPr>
          <p:spPr>
            <a:xfrm>
              <a:off x="1247201" y="3025257"/>
              <a:ext cx="129311" cy="46617"/>
            </a:xfrm>
            <a:custGeom>
              <a:rect b="b" l="l" r="r" t="t"/>
              <a:pathLst>
                <a:path extrusionOk="0" h="3910" w="10846">
                  <a:moveTo>
                    <a:pt x="1" y="0"/>
                  </a:moveTo>
                  <a:lnTo>
                    <a:pt x="1" y="3910"/>
                  </a:lnTo>
                  <a:lnTo>
                    <a:pt x="10846" y="3910"/>
                  </a:lnTo>
                  <a:lnTo>
                    <a:pt x="108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0"/>
            <p:cNvSpPr/>
            <p:nvPr/>
          </p:nvSpPr>
          <p:spPr>
            <a:xfrm>
              <a:off x="1384032" y="3083896"/>
              <a:ext cx="39106" cy="136835"/>
            </a:xfrm>
            <a:custGeom>
              <a:rect b="b" l="l" r="r" t="t"/>
              <a:pathLst>
                <a:path extrusionOk="0" h="11477" w="3280">
                  <a:moveTo>
                    <a:pt x="0" y="1"/>
                  </a:moveTo>
                  <a:lnTo>
                    <a:pt x="0" y="11476"/>
                  </a:lnTo>
                  <a:lnTo>
                    <a:pt x="3279" y="11476"/>
                  </a:lnTo>
                  <a:lnTo>
                    <a:pt x="32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30"/>
            <p:cNvSpPr/>
            <p:nvPr/>
          </p:nvSpPr>
          <p:spPr>
            <a:xfrm>
              <a:off x="1384032" y="3025257"/>
              <a:ext cx="39106" cy="46617"/>
            </a:xfrm>
            <a:custGeom>
              <a:rect b="b" l="l" r="r" t="t"/>
              <a:pathLst>
                <a:path extrusionOk="0" h="3910" w="3280">
                  <a:moveTo>
                    <a:pt x="0" y="0"/>
                  </a:moveTo>
                  <a:lnTo>
                    <a:pt x="0" y="3910"/>
                  </a:lnTo>
                  <a:lnTo>
                    <a:pt x="3279" y="3910"/>
                  </a:lnTo>
                  <a:lnTo>
                    <a:pt x="32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0"/>
            <p:cNvSpPr/>
            <p:nvPr/>
          </p:nvSpPr>
          <p:spPr>
            <a:xfrm>
              <a:off x="1184557" y="3017232"/>
              <a:ext cx="247583" cy="222533"/>
            </a:xfrm>
            <a:custGeom>
              <a:rect b="b" l="l" r="r" t="t"/>
              <a:pathLst>
                <a:path extrusionOk="0" h="18665" w="20766">
                  <a:moveTo>
                    <a:pt x="0" y="1"/>
                  </a:moveTo>
                  <a:lnTo>
                    <a:pt x="0" y="18665"/>
                  </a:lnTo>
                  <a:lnTo>
                    <a:pt x="20766" y="18665"/>
                  </a:lnTo>
                  <a:lnTo>
                    <a:pt x="20766" y="18076"/>
                  </a:lnTo>
                  <a:lnTo>
                    <a:pt x="505" y="1807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0"/>
            <p:cNvSpPr/>
            <p:nvPr/>
          </p:nvSpPr>
          <p:spPr>
            <a:xfrm>
              <a:off x="1845638" y="2564145"/>
              <a:ext cx="522730" cy="344310"/>
            </a:xfrm>
            <a:custGeom>
              <a:rect b="b" l="l" r="r" t="t"/>
              <a:pathLst>
                <a:path extrusionOk="0" h="28879" w="43844">
                  <a:moveTo>
                    <a:pt x="0" y="0"/>
                  </a:moveTo>
                  <a:lnTo>
                    <a:pt x="0" y="28879"/>
                  </a:lnTo>
                  <a:lnTo>
                    <a:pt x="43844" y="28879"/>
                  </a:lnTo>
                  <a:lnTo>
                    <a:pt x="438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0"/>
            <p:cNvSpPr/>
            <p:nvPr/>
          </p:nvSpPr>
          <p:spPr>
            <a:xfrm>
              <a:off x="1845638" y="2564145"/>
              <a:ext cx="11541" cy="344310"/>
            </a:xfrm>
            <a:custGeom>
              <a:rect b="b" l="l" r="r" t="t"/>
              <a:pathLst>
                <a:path extrusionOk="0" h="28879" w="968">
                  <a:moveTo>
                    <a:pt x="0" y="0"/>
                  </a:moveTo>
                  <a:lnTo>
                    <a:pt x="0" y="28879"/>
                  </a:lnTo>
                  <a:lnTo>
                    <a:pt x="967" y="28879"/>
                  </a:lnTo>
                  <a:lnTo>
                    <a:pt x="967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0"/>
            <p:cNvSpPr/>
            <p:nvPr/>
          </p:nvSpPr>
          <p:spPr>
            <a:xfrm>
              <a:off x="1085809" y="2541586"/>
              <a:ext cx="1314599" cy="44614"/>
            </a:xfrm>
            <a:custGeom>
              <a:rect b="b" l="l" r="r" t="t"/>
              <a:pathLst>
                <a:path extrusionOk="0" h="3742" w="110262">
                  <a:moveTo>
                    <a:pt x="1" y="1"/>
                  </a:moveTo>
                  <a:lnTo>
                    <a:pt x="1" y="3742"/>
                  </a:lnTo>
                  <a:lnTo>
                    <a:pt x="110261" y="3742"/>
                  </a:lnTo>
                  <a:lnTo>
                    <a:pt x="110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30"/>
            <p:cNvSpPr/>
            <p:nvPr/>
          </p:nvSpPr>
          <p:spPr>
            <a:xfrm>
              <a:off x="1965932" y="2645844"/>
              <a:ext cx="218516" cy="262617"/>
            </a:xfrm>
            <a:custGeom>
              <a:rect b="b" l="l" r="r" t="t"/>
              <a:pathLst>
                <a:path extrusionOk="0" h="22027" w="18328">
                  <a:moveTo>
                    <a:pt x="0" y="0"/>
                  </a:moveTo>
                  <a:lnTo>
                    <a:pt x="0" y="22027"/>
                  </a:lnTo>
                  <a:lnTo>
                    <a:pt x="18328" y="22027"/>
                  </a:lnTo>
                  <a:lnTo>
                    <a:pt x="183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30"/>
            <p:cNvSpPr/>
            <p:nvPr/>
          </p:nvSpPr>
          <p:spPr>
            <a:xfrm>
              <a:off x="2081205" y="2659878"/>
              <a:ext cx="91219" cy="235052"/>
            </a:xfrm>
            <a:custGeom>
              <a:rect b="b" l="l" r="r" t="t"/>
              <a:pathLst>
                <a:path extrusionOk="0" h="19715" w="7651">
                  <a:moveTo>
                    <a:pt x="0" y="0"/>
                  </a:moveTo>
                  <a:lnTo>
                    <a:pt x="0" y="19715"/>
                  </a:lnTo>
                  <a:lnTo>
                    <a:pt x="7651" y="19715"/>
                  </a:lnTo>
                  <a:lnTo>
                    <a:pt x="76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30"/>
            <p:cNvSpPr/>
            <p:nvPr/>
          </p:nvSpPr>
          <p:spPr>
            <a:xfrm>
              <a:off x="1976949" y="2659878"/>
              <a:ext cx="91231" cy="235052"/>
            </a:xfrm>
            <a:custGeom>
              <a:rect b="b" l="l" r="r" t="t"/>
              <a:pathLst>
                <a:path extrusionOk="0" h="19715" w="7652">
                  <a:moveTo>
                    <a:pt x="1" y="0"/>
                  </a:moveTo>
                  <a:lnTo>
                    <a:pt x="1" y="19715"/>
                  </a:lnTo>
                  <a:lnTo>
                    <a:pt x="7651" y="19715"/>
                  </a:lnTo>
                  <a:lnTo>
                    <a:pt x="76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0"/>
            <p:cNvSpPr/>
            <p:nvPr/>
          </p:nvSpPr>
          <p:spPr>
            <a:xfrm>
              <a:off x="1118395" y="2586191"/>
              <a:ext cx="727213" cy="29079"/>
            </a:xfrm>
            <a:custGeom>
              <a:rect b="b" l="l" r="r" t="t"/>
              <a:pathLst>
                <a:path extrusionOk="0" h="2439" w="60995">
                  <a:moveTo>
                    <a:pt x="0" y="1"/>
                  </a:moveTo>
                  <a:lnTo>
                    <a:pt x="0" y="2439"/>
                  </a:lnTo>
                  <a:lnTo>
                    <a:pt x="60994" y="505"/>
                  </a:lnTo>
                  <a:lnTo>
                    <a:pt x="60994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0"/>
            <p:cNvSpPr/>
            <p:nvPr/>
          </p:nvSpPr>
          <p:spPr>
            <a:xfrm>
              <a:off x="1845638" y="2586191"/>
              <a:ext cx="522730" cy="42110"/>
            </a:xfrm>
            <a:custGeom>
              <a:rect b="b" l="l" r="r" t="t"/>
              <a:pathLst>
                <a:path extrusionOk="0" h="3532" w="43844">
                  <a:moveTo>
                    <a:pt x="0" y="1"/>
                  </a:moveTo>
                  <a:lnTo>
                    <a:pt x="0" y="3532"/>
                  </a:lnTo>
                  <a:lnTo>
                    <a:pt x="43844" y="926"/>
                  </a:lnTo>
                  <a:lnTo>
                    <a:pt x="43844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30"/>
            <p:cNvSpPr/>
            <p:nvPr/>
          </p:nvSpPr>
          <p:spPr>
            <a:xfrm>
              <a:off x="1899770" y="2854848"/>
              <a:ext cx="19553" cy="53627"/>
            </a:xfrm>
            <a:custGeom>
              <a:rect b="b" l="l" r="r" t="t"/>
              <a:pathLst>
                <a:path extrusionOk="0" h="4498" w="1640">
                  <a:moveTo>
                    <a:pt x="0" y="0"/>
                  </a:moveTo>
                  <a:lnTo>
                    <a:pt x="0" y="4498"/>
                  </a:lnTo>
                  <a:lnTo>
                    <a:pt x="1640" y="4498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30"/>
            <p:cNvSpPr/>
            <p:nvPr/>
          </p:nvSpPr>
          <p:spPr>
            <a:xfrm>
              <a:off x="2128815" y="2854848"/>
              <a:ext cx="20066" cy="53627"/>
            </a:xfrm>
            <a:custGeom>
              <a:rect b="b" l="l" r="r" t="t"/>
              <a:pathLst>
                <a:path extrusionOk="0" h="4498" w="1683">
                  <a:moveTo>
                    <a:pt x="1" y="0"/>
                  </a:moveTo>
                  <a:lnTo>
                    <a:pt x="1" y="4498"/>
                  </a:lnTo>
                  <a:lnTo>
                    <a:pt x="1682" y="4498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30"/>
            <p:cNvSpPr/>
            <p:nvPr/>
          </p:nvSpPr>
          <p:spPr>
            <a:xfrm>
              <a:off x="2358372" y="2854848"/>
              <a:ext cx="19553" cy="53627"/>
            </a:xfrm>
            <a:custGeom>
              <a:rect b="b" l="l" r="r" t="t"/>
              <a:pathLst>
                <a:path extrusionOk="0" h="4498" w="1640">
                  <a:moveTo>
                    <a:pt x="0" y="0"/>
                  </a:moveTo>
                  <a:lnTo>
                    <a:pt x="0" y="4498"/>
                  </a:lnTo>
                  <a:lnTo>
                    <a:pt x="1640" y="4498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30"/>
            <p:cNvSpPr/>
            <p:nvPr/>
          </p:nvSpPr>
          <p:spPr>
            <a:xfrm>
              <a:off x="2243599" y="2854848"/>
              <a:ext cx="20054" cy="53627"/>
            </a:xfrm>
            <a:custGeom>
              <a:rect b="b" l="l" r="r" t="t"/>
              <a:pathLst>
                <a:path extrusionOk="0" h="4498" w="1682">
                  <a:moveTo>
                    <a:pt x="0" y="0"/>
                  </a:moveTo>
                  <a:lnTo>
                    <a:pt x="0" y="4498"/>
                  </a:lnTo>
                  <a:lnTo>
                    <a:pt x="1681" y="4498"/>
                  </a:lnTo>
                  <a:lnTo>
                    <a:pt x="16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30"/>
            <p:cNvSpPr/>
            <p:nvPr/>
          </p:nvSpPr>
          <p:spPr>
            <a:xfrm>
              <a:off x="2014042" y="2854848"/>
              <a:ext cx="20054" cy="53627"/>
            </a:xfrm>
            <a:custGeom>
              <a:rect b="b" l="l" r="r" t="t"/>
              <a:pathLst>
                <a:path extrusionOk="0" h="4498" w="1682">
                  <a:moveTo>
                    <a:pt x="1" y="0"/>
                  </a:moveTo>
                  <a:lnTo>
                    <a:pt x="1" y="4498"/>
                  </a:lnTo>
                  <a:lnTo>
                    <a:pt x="1682" y="4498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0"/>
            <p:cNvSpPr/>
            <p:nvPr/>
          </p:nvSpPr>
          <p:spPr>
            <a:xfrm>
              <a:off x="1899770" y="2854848"/>
              <a:ext cx="19553" cy="10528"/>
            </a:xfrm>
            <a:custGeom>
              <a:rect b="b" l="l" r="r" t="t"/>
              <a:pathLst>
                <a:path extrusionOk="0" h="883" w="1640">
                  <a:moveTo>
                    <a:pt x="0" y="0"/>
                  </a:moveTo>
                  <a:lnTo>
                    <a:pt x="0" y="883"/>
                  </a:lnTo>
                  <a:lnTo>
                    <a:pt x="1640" y="883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30"/>
            <p:cNvSpPr/>
            <p:nvPr/>
          </p:nvSpPr>
          <p:spPr>
            <a:xfrm>
              <a:off x="2128815" y="2854848"/>
              <a:ext cx="20066" cy="10528"/>
            </a:xfrm>
            <a:custGeom>
              <a:rect b="b" l="l" r="r" t="t"/>
              <a:pathLst>
                <a:path extrusionOk="0" h="883" w="1683">
                  <a:moveTo>
                    <a:pt x="1" y="0"/>
                  </a:moveTo>
                  <a:lnTo>
                    <a:pt x="1" y="883"/>
                  </a:lnTo>
                  <a:lnTo>
                    <a:pt x="1682" y="883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30"/>
            <p:cNvSpPr/>
            <p:nvPr/>
          </p:nvSpPr>
          <p:spPr>
            <a:xfrm>
              <a:off x="2358372" y="2854848"/>
              <a:ext cx="19553" cy="10528"/>
            </a:xfrm>
            <a:custGeom>
              <a:rect b="b" l="l" r="r" t="t"/>
              <a:pathLst>
                <a:path extrusionOk="0" h="883" w="1640">
                  <a:moveTo>
                    <a:pt x="0" y="0"/>
                  </a:moveTo>
                  <a:lnTo>
                    <a:pt x="0" y="883"/>
                  </a:lnTo>
                  <a:lnTo>
                    <a:pt x="1640" y="883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30"/>
            <p:cNvSpPr/>
            <p:nvPr/>
          </p:nvSpPr>
          <p:spPr>
            <a:xfrm>
              <a:off x="2243599" y="2854848"/>
              <a:ext cx="20054" cy="10528"/>
            </a:xfrm>
            <a:custGeom>
              <a:rect b="b" l="l" r="r" t="t"/>
              <a:pathLst>
                <a:path extrusionOk="0" h="883" w="1682">
                  <a:moveTo>
                    <a:pt x="0" y="0"/>
                  </a:moveTo>
                  <a:lnTo>
                    <a:pt x="0" y="883"/>
                  </a:lnTo>
                  <a:lnTo>
                    <a:pt x="1681" y="883"/>
                  </a:lnTo>
                  <a:lnTo>
                    <a:pt x="1681" y="0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30"/>
            <p:cNvSpPr/>
            <p:nvPr/>
          </p:nvSpPr>
          <p:spPr>
            <a:xfrm>
              <a:off x="2014042" y="2854848"/>
              <a:ext cx="20054" cy="10528"/>
            </a:xfrm>
            <a:custGeom>
              <a:rect b="b" l="l" r="r" t="t"/>
              <a:pathLst>
                <a:path extrusionOk="0" h="883" w="1682">
                  <a:moveTo>
                    <a:pt x="1" y="0"/>
                  </a:moveTo>
                  <a:lnTo>
                    <a:pt x="1" y="883"/>
                  </a:lnTo>
                  <a:lnTo>
                    <a:pt x="1682" y="883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30"/>
            <p:cNvSpPr/>
            <p:nvPr/>
          </p:nvSpPr>
          <p:spPr>
            <a:xfrm>
              <a:off x="1845638" y="2844821"/>
              <a:ext cx="554814" cy="10039"/>
            </a:xfrm>
            <a:custGeom>
              <a:rect b="b" l="l" r="r" t="t"/>
              <a:pathLst>
                <a:path extrusionOk="0" h="842" w="46535">
                  <a:moveTo>
                    <a:pt x="0" y="0"/>
                  </a:moveTo>
                  <a:lnTo>
                    <a:pt x="0" y="841"/>
                  </a:lnTo>
                  <a:lnTo>
                    <a:pt x="46534" y="841"/>
                  </a:lnTo>
                  <a:lnTo>
                    <a:pt x="46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30"/>
            <p:cNvSpPr/>
            <p:nvPr/>
          </p:nvSpPr>
          <p:spPr>
            <a:xfrm>
              <a:off x="1200593" y="2717014"/>
              <a:ext cx="38593" cy="137335"/>
            </a:xfrm>
            <a:custGeom>
              <a:rect b="b" l="l" r="r" t="t"/>
              <a:pathLst>
                <a:path extrusionOk="0" h="11519" w="3237">
                  <a:moveTo>
                    <a:pt x="0" y="0"/>
                  </a:moveTo>
                  <a:lnTo>
                    <a:pt x="0" y="11518"/>
                  </a:lnTo>
                  <a:lnTo>
                    <a:pt x="3237" y="11518"/>
                  </a:lnTo>
                  <a:lnTo>
                    <a:pt x="3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30"/>
            <p:cNvSpPr/>
            <p:nvPr/>
          </p:nvSpPr>
          <p:spPr>
            <a:xfrm>
              <a:off x="1200593" y="2658864"/>
              <a:ext cx="38593" cy="46629"/>
            </a:xfrm>
            <a:custGeom>
              <a:rect b="b" l="l" r="r" t="t"/>
              <a:pathLst>
                <a:path extrusionOk="0" h="3911" w="3237">
                  <a:moveTo>
                    <a:pt x="0" y="1"/>
                  </a:moveTo>
                  <a:lnTo>
                    <a:pt x="0" y="3910"/>
                  </a:lnTo>
                  <a:lnTo>
                    <a:pt x="3237" y="3910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0"/>
            <p:cNvSpPr/>
            <p:nvPr/>
          </p:nvSpPr>
          <p:spPr>
            <a:xfrm>
              <a:off x="1247201" y="2717014"/>
              <a:ext cx="129311" cy="137335"/>
            </a:xfrm>
            <a:custGeom>
              <a:rect b="b" l="l" r="r" t="t"/>
              <a:pathLst>
                <a:path extrusionOk="0" h="11519" w="10846">
                  <a:moveTo>
                    <a:pt x="1" y="0"/>
                  </a:moveTo>
                  <a:lnTo>
                    <a:pt x="1" y="11518"/>
                  </a:lnTo>
                  <a:lnTo>
                    <a:pt x="10846" y="11518"/>
                  </a:lnTo>
                  <a:lnTo>
                    <a:pt x="108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30"/>
            <p:cNvSpPr/>
            <p:nvPr/>
          </p:nvSpPr>
          <p:spPr>
            <a:xfrm>
              <a:off x="1247201" y="2658864"/>
              <a:ext cx="129311" cy="46629"/>
            </a:xfrm>
            <a:custGeom>
              <a:rect b="b" l="l" r="r" t="t"/>
              <a:pathLst>
                <a:path extrusionOk="0" h="3911" w="10846">
                  <a:moveTo>
                    <a:pt x="1" y="1"/>
                  </a:moveTo>
                  <a:lnTo>
                    <a:pt x="1" y="3910"/>
                  </a:lnTo>
                  <a:lnTo>
                    <a:pt x="10846" y="3910"/>
                  </a:lnTo>
                  <a:lnTo>
                    <a:pt x="108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0"/>
            <p:cNvSpPr/>
            <p:nvPr/>
          </p:nvSpPr>
          <p:spPr>
            <a:xfrm>
              <a:off x="1384032" y="2717014"/>
              <a:ext cx="39106" cy="137335"/>
            </a:xfrm>
            <a:custGeom>
              <a:rect b="b" l="l" r="r" t="t"/>
              <a:pathLst>
                <a:path extrusionOk="0" h="11519" w="3280">
                  <a:moveTo>
                    <a:pt x="0" y="0"/>
                  </a:moveTo>
                  <a:lnTo>
                    <a:pt x="0" y="11518"/>
                  </a:lnTo>
                  <a:lnTo>
                    <a:pt x="3279" y="11518"/>
                  </a:lnTo>
                  <a:lnTo>
                    <a:pt x="32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0"/>
            <p:cNvSpPr/>
            <p:nvPr/>
          </p:nvSpPr>
          <p:spPr>
            <a:xfrm>
              <a:off x="1384032" y="2658864"/>
              <a:ext cx="39106" cy="46629"/>
            </a:xfrm>
            <a:custGeom>
              <a:rect b="b" l="l" r="r" t="t"/>
              <a:pathLst>
                <a:path extrusionOk="0" h="3911" w="3280">
                  <a:moveTo>
                    <a:pt x="0" y="1"/>
                  </a:moveTo>
                  <a:lnTo>
                    <a:pt x="0" y="3910"/>
                  </a:lnTo>
                  <a:lnTo>
                    <a:pt x="3279" y="3910"/>
                  </a:lnTo>
                  <a:lnTo>
                    <a:pt x="32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0"/>
            <p:cNvSpPr/>
            <p:nvPr/>
          </p:nvSpPr>
          <p:spPr>
            <a:xfrm>
              <a:off x="1184557" y="2650852"/>
              <a:ext cx="247583" cy="222033"/>
            </a:xfrm>
            <a:custGeom>
              <a:rect b="b" l="l" r="r" t="t"/>
              <a:pathLst>
                <a:path extrusionOk="0" h="18623" w="20766">
                  <a:moveTo>
                    <a:pt x="0" y="0"/>
                  </a:moveTo>
                  <a:lnTo>
                    <a:pt x="0" y="18622"/>
                  </a:lnTo>
                  <a:lnTo>
                    <a:pt x="20766" y="18622"/>
                  </a:lnTo>
                  <a:lnTo>
                    <a:pt x="20766" y="18076"/>
                  </a:lnTo>
                  <a:lnTo>
                    <a:pt x="505" y="1807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30"/>
            <p:cNvSpPr/>
            <p:nvPr/>
          </p:nvSpPr>
          <p:spPr>
            <a:xfrm>
              <a:off x="1845638" y="2197252"/>
              <a:ext cx="522730" cy="344322"/>
            </a:xfrm>
            <a:custGeom>
              <a:rect b="b" l="l" r="r" t="t"/>
              <a:pathLst>
                <a:path extrusionOk="0" h="28880" w="43844">
                  <a:moveTo>
                    <a:pt x="0" y="1"/>
                  </a:moveTo>
                  <a:lnTo>
                    <a:pt x="0" y="28880"/>
                  </a:lnTo>
                  <a:lnTo>
                    <a:pt x="43844" y="28880"/>
                  </a:lnTo>
                  <a:lnTo>
                    <a:pt x="438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30"/>
            <p:cNvSpPr/>
            <p:nvPr/>
          </p:nvSpPr>
          <p:spPr>
            <a:xfrm>
              <a:off x="1845638" y="2197252"/>
              <a:ext cx="11541" cy="344322"/>
            </a:xfrm>
            <a:custGeom>
              <a:rect b="b" l="l" r="r" t="t"/>
              <a:pathLst>
                <a:path extrusionOk="0" h="28880" w="968">
                  <a:moveTo>
                    <a:pt x="0" y="1"/>
                  </a:moveTo>
                  <a:lnTo>
                    <a:pt x="0" y="28880"/>
                  </a:lnTo>
                  <a:lnTo>
                    <a:pt x="967" y="28880"/>
                  </a:lnTo>
                  <a:lnTo>
                    <a:pt x="967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0"/>
            <p:cNvSpPr/>
            <p:nvPr/>
          </p:nvSpPr>
          <p:spPr>
            <a:xfrm>
              <a:off x="1085809" y="2175205"/>
              <a:ext cx="1314599" cy="44614"/>
            </a:xfrm>
            <a:custGeom>
              <a:rect b="b" l="l" r="r" t="t"/>
              <a:pathLst>
                <a:path extrusionOk="0" h="3742" w="110262">
                  <a:moveTo>
                    <a:pt x="1" y="0"/>
                  </a:moveTo>
                  <a:lnTo>
                    <a:pt x="1" y="3741"/>
                  </a:lnTo>
                  <a:lnTo>
                    <a:pt x="110261" y="3741"/>
                  </a:lnTo>
                  <a:lnTo>
                    <a:pt x="1102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30"/>
            <p:cNvSpPr/>
            <p:nvPr/>
          </p:nvSpPr>
          <p:spPr>
            <a:xfrm>
              <a:off x="1965932" y="2278950"/>
              <a:ext cx="218516" cy="262629"/>
            </a:xfrm>
            <a:custGeom>
              <a:rect b="b" l="l" r="r" t="t"/>
              <a:pathLst>
                <a:path extrusionOk="0" h="22028" w="18328">
                  <a:moveTo>
                    <a:pt x="0" y="1"/>
                  </a:moveTo>
                  <a:lnTo>
                    <a:pt x="0" y="22028"/>
                  </a:lnTo>
                  <a:lnTo>
                    <a:pt x="18328" y="22028"/>
                  </a:lnTo>
                  <a:lnTo>
                    <a:pt x="183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30"/>
            <p:cNvSpPr/>
            <p:nvPr/>
          </p:nvSpPr>
          <p:spPr>
            <a:xfrm>
              <a:off x="2081205" y="2293485"/>
              <a:ext cx="91219" cy="235064"/>
            </a:xfrm>
            <a:custGeom>
              <a:rect b="b" l="l" r="r" t="t"/>
              <a:pathLst>
                <a:path extrusionOk="0" h="19716" w="7651">
                  <a:moveTo>
                    <a:pt x="0" y="1"/>
                  </a:moveTo>
                  <a:lnTo>
                    <a:pt x="0" y="19716"/>
                  </a:lnTo>
                  <a:lnTo>
                    <a:pt x="7651" y="19716"/>
                  </a:lnTo>
                  <a:lnTo>
                    <a:pt x="76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30"/>
            <p:cNvSpPr/>
            <p:nvPr/>
          </p:nvSpPr>
          <p:spPr>
            <a:xfrm>
              <a:off x="1976949" y="2293485"/>
              <a:ext cx="91231" cy="235064"/>
            </a:xfrm>
            <a:custGeom>
              <a:rect b="b" l="l" r="r" t="t"/>
              <a:pathLst>
                <a:path extrusionOk="0" h="19716" w="7652">
                  <a:moveTo>
                    <a:pt x="1" y="1"/>
                  </a:moveTo>
                  <a:lnTo>
                    <a:pt x="1" y="19716"/>
                  </a:lnTo>
                  <a:lnTo>
                    <a:pt x="7651" y="19716"/>
                  </a:lnTo>
                  <a:lnTo>
                    <a:pt x="76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0"/>
            <p:cNvSpPr/>
            <p:nvPr/>
          </p:nvSpPr>
          <p:spPr>
            <a:xfrm>
              <a:off x="1118395" y="2219811"/>
              <a:ext cx="727213" cy="28578"/>
            </a:xfrm>
            <a:custGeom>
              <a:rect b="b" l="l" r="r" t="t"/>
              <a:pathLst>
                <a:path extrusionOk="0" h="2397" w="60995">
                  <a:moveTo>
                    <a:pt x="0" y="0"/>
                  </a:moveTo>
                  <a:lnTo>
                    <a:pt x="0" y="2396"/>
                  </a:lnTo>
                  <a:lnTo>
                    <a:pt x="60994" y="505"/>
                  </a:lnTo>
                  <a:lnTo>
                    <a:pt x="60994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0"/>
            <p:cNvSpPr/>
            <p:nvPr/>
          </p:nvSpPr>
          <p:spPr>
            <a:xfrm>
              <a:off x="1845638" y="2219811"/>
              <a:ext cx="522730" cy="41610"/>
            </a:xfrm>
            <a:custGeom>
              <a:rect b="b" l="l" r="r" t="t"/>
              <a:pathLst>
                <a:path extrusionOk="0" h="3490" w="43844">
                  <a:moveTo>
                    <a:pt x="0" y="0"/>
                  </a:moveTo>
                  <a:lnTo>
                    <a:pt x="0" y="3489"/>
                  </a:lnTo>
                  <a:lnTo>
                    <a:pt x="43844" y="883"/>
                  </a:lnTo>
                  <a:lnTo>
                    <a:pt x="43844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0"/>
            <p:cNvSpPr/>
            <p:nvPr/>
          </p:nvSpPr>
          <p:spPr>
            <a:xfrm>
              <a:off x="1899770" y="2487955"/>
              <a:ext cx="19553" cy="53639"/>
            </a:xfrm>
            <a:custGeom>
              <a:rect b="b" l="l" r="r" t="t"/>
              <a:pathLst>
                <a:path extrusionOk="0" h="4499" w="1640">
                  <a:moveTo>
                    <a:pt x="0" y="1"/>
                  </a:moveTo>
                  <a:lnTo>
                    <a:pt x="0" y="4499"/>
                  </a:lnTo>
                  <a:lnTo>
                    <a:pt x="1640" y="4499"/>
                  </a:lnTo>
                  <a:lnTo>
                    <a:pt x="1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0"/>
            <p:cNvSpPr/>
            <p:nvPr/>
          </p:nvSpPr>
          <p:spPr>
            <a:xfrm>
              <a:off x="2128815" y="2487955"/>
              <a:ext cx="20066" cy="53639"/>
            </a:xfrm>
            <a:custGeom>
              <a:rect b="b" l="l" r="r" t="t"/>
              <a:pathLst>
                <a:path extrusionOk="0" h="4499" w="1683">
                  <a:moveTo>
                    <a:pt x="1" y="1"/>
                  </a:moveTo>
                  <a:lnTo>
                    <a:pt x="1" y="4499"/>
                  </a:lnTo>
                  <a:lnTo>
                    <a:pt x="1682" y="4499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0"/>
            <p:cNvSpPr/>
            <p:nvPr/>
          </p:nvSpPr>
          <p:spPr>
            <a:xfrm>
              <a:off x="2358372" y="2487955"/>
              <a:ext cx="19553" cy="53639"/>
            </a:xfrm>
            <a:custGeom>
              <a:rect b="b" l="l" r="r" t="t"/>
              <a:pathLst>
                <a:path extrusionOk="0" h="4499" w="1640">
                  <a:moveTo>
                    <a:pt x="0" y="1"/>
                  </a:moveTo>
                  <a:lnTo>
                    <a:pt x="0" y="4499"/>
                  </a:lnTo>
                  <a:lnTo>
                    <a:pt x="1640" y="4499"/>
                  </a:lnTo>
                  <a:lnTo>
                    <a:pt x="16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0"/>
            <p:cNvSpPr/>
            <p:nvPr/>
          </p:nvSpPr>
          <p:spPr>
            <a:xfrm>
              <a:off x="2243599" y="2487955"/>
              <a:ext cx="20054" cy="53639"/>
            </a:xfrm>
            <a:custGeom>
              <a:rect b="b" l="l" r="r" t="t"/>
              <a:pathLst>
                <a:path extrusionOk="0" h="4499" w="1682">
                  <a:moveTo>
                    <a:pt x="0" y="1"/>
                  </a:moveTo>
                  <a:lnTo>
                    <a:pt x="0" y="4499"/>
                  </a:lnTo>
                  <a:lnTo>
                    <a:pt x="1681" y="4499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0"/>
            <p:cNvSpPr/>
            <p:nvPr/>
          </p:nvSpPr>
          <p:spPr>
            <a:xfrm>
              <a:off x="2014042" y="2487955"/>
              <a:ext cx="20054" cy="53639"/>
            </a:xfrm>
            <a:custGeom>
              <a:rect b="b" l="l" r="r" t="t"/>
              <a:pathLst>
                <a:path extrusionOk="0" h="4499" w="1682">
                  <a:moveTo>
                    <a:pt x="1" y="1"/>
                  </a:moveTo>
                  <a:lnTo>
                    <a:pt x="1" y="4499"/>
                  </a:lnTo>
                  <a:lnTo>
                    <a:pt x="1682" y="4499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0"/>
            <p:cNvSpPr/>
            <p:nvPr/>
          </p:nvSpPr>
          <p:spPr>
            <a:xfrm>
              <a:off x="1899770" y="2487955"/>
              <a:ext cx="19553" cy="11040"/>
            </a:xfrm>
            <a:custGeom>
              <a:rect b="b" l="l" r="r" t="t"/>
              <a:pathLst>
                <a:path extrusionOk="0" h="926" w="1640">
                  <a:moveTo>
                    <a:pt x="0" y="1"/>
                  </a:moveTo>
                  <a:lnTo>
                    <a:pt x="0" y="925"/>
                  </a:lnTo>
                  <a:lnTo>
                    <a:pt x="1640" y="925"/>
                  </a:lnTo>
                  <a:lnTo>
                    <a:pt x="1640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30"/>
            <p:cNvSpPr/>
            <p:nvPr/>
          </p:nvSpPr>
          <p:spPr>
            <a:xfrm>
              <a:off x="2128815" y="2487955"/>
              <a:ext cx="20066" cy="11040"/>
            </a:xfrm>
            <a:custGeom>
              <a:rect b="b" l="l" r="r" t="t"/>
              <a:pathLst>
                <a:path extrusionOk="0" h="926" w="1683">
                  <a:moveTo>
                    <a:pt x="1" y="1"/>
                  </a:moveTo>
                  <a:lnTo>
                    <a:pt x="1" y="925"/>
                  </a:lnTo>
                  <a:lnTo>
                    <a:pt x="1682" y="925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30"/>
            <p:cNvSpPr/>
            <p:nvPr/>
          </p:nvSpPr>
          <p:spPr>
            <a:xfrm>
              <a:off x="2358372" y="2487955"/>
              <a:ext cx="19553" cy="11040"/>
            </a:xfrm>
            <a:custGeom>
              <a:rect b="b" l="l" r="r" t="t"/>
              <a:pathLst>
                <a:path extrusionOk="0" h="926" w="1640">
                  <a:moveTo>
                    <a:pt x="0" y="1"/>
                  </a:moveTo>
                  <a:lnTo>
                    <a:pt x="0" y="925"/>
                  </a:lnTo>
                  <a:lnTo>
                    <a:pt x="1640" y="925"/>
                  </a:lnTo>
                  <a:lnTo>
                    <a:pt x="1640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30"/>
            <p:cNvSpPr/>
            <p:nvPr/>
          </p:nvSpPr>
          <p:spPr>
            <a:xfrm>
              <a:off x="2243599" y="2487955"/>
              <a:ext cx="20054" cy="11040"/>
            </a:xfrm>
            <a:custGeom>
              <a:rect b="b" l="l" r="r" t="t"/>
              <a:pathLst>
                <a:path extrusionOk="0" h="926" w="1682">
                  <a:moveTo>
                    <a:pt x="0" y="1"/>
                  </a:moveTo>
                  <a:lnTo>
                    <a:pt x="0" y="925"/>
                  </a:lnTo>
                  <a:lnTo>
                    <a:pt x="1681" y="925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30"/>
            <p:cNvSpPr/>
            <p:nvPr/>
          </p:nvSpPr>
          <p:spPr>
            <a:xfrm>
              <a:off x="2014042" y="2487955"/>
              <a:ext cx="20054" cy="11040"/>
            </a:xfrm>
            <a:custGeom>
              <a:rect b="b" l="l" r="r" t="t"/>
              <a:pathLst>
                <a:path extrusionOk="0" h="926" w="1682">
                  <a:moveTo>
                    <a:pt x="1" y="1"/>
                  </a:moveTo>
                  <a:lnTo>
                    <a:pt x="1" y="925"/>
                  </a:lnTo>
                  <a:lnTo>
                    <a:pt x="1682" y="925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30"/>
            <p:cNvSpPr/>
            <p:nvPr/>
          </p:nvSpPr>
          <p:spPr>
            <a:xfrm>
              <a:off x="1845638" y="2478428"/>
              <a:ext cx="554814" cy="9538"/>
            </a:xfrm>
            <a:custGeom>
              <a:rect b="b" l="l" r="r" t="t"/>
              <a:pathLst>
                <a:path extrusionOk="0" h="800" w="46535">
                  <a:moveTo>
                    <a:pt x="0" y="1"/>
                  </a:moveTo>
                  <a:lnTo>
                    <a:pt x="0" y="800"/>
                  </a:lnTo>
                  <a:lnTo>
                    <a:pt x="46534" y="800"/>
                  </a:lnTo>
                  <a:lnTo>
                    <a:pt x="46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30"/>
            <p:cNvSpPr/>
            <p:nvPr/>
          </p:nvSpPr>
          <p:spPr>
            <a:xfrm>
              <a:off x="1200593" y="2350622"/>
              <a:ext cx="38593" cy="136835"/>
            </a:xfrm>
            <a:custGeom>
              <a:rect b="b" l="l" r="r" t="t"/>
              <a:pathLst>
                <a:path extrusionOk="0" h="11477" w="3237">
                  <a:moveTo>
                    <a:pt x="0" y="1"/>
                  </a:moveTo>
                  <a:lnTo>
                    <a:pt x="0" y="11477"/>
                  </a:lnTo>
                  <a:lnTo>
                    <a:pt x="3237" y="11477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30"/>
            <p:cNvSpPr/>
            <p:nvPr/>
          </p:nvSpPr>
          <p:spPr>
            <a:xfrm>
              <a:off x="1200593" y="2291983"/>
              <a:ext cx="38593" cy="46617"/>
            </a:xfrm>
            <a:custGeom>
              <a:rect b="b" l="l" r="r" t="t"/>
              <a:pathLst>
                <a:path extrusionOk="0" h="3910" w="3237">
                  <a:moveTo>
                    <a:pt x="0" y="1"/>
                  </a:moveTo>
                  <a:lnTo>
                    <a:pt x="0" y="3910"/>
                  </a:lnTo>
                  <a:lnTo>
                    <a:pt x="3237" y="3910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30"/>
            <p:cNvSpPr/>
            <p:nvPr/>
          </p:nvSpPr>
          <p:spPr>
            <a:xfrm>
              <a:off x="1247201" y="2350622"/>
              <a:ext cx="129311" cy="136835"/>
            </a:xfrm>
            <a:custGeom>
              <a:rect b="b" l="l" r="r" t="t"/>
              <a:pathLst>
                <a:path extrusionOk="0" h="11477" w="10846">
                  <a:moveTo>
                    <a:pt x="1" y="1"/>
                  </a:moveTo>
                  <a:lnTo>
                    <a:pt x="1" y="11477"/>
                  </a:lnTo>
                  <a:lnTo>
                    <a:pt x="10846" y="11477"/>
                  </a:lnTo>
                  <a:lnTo>
                    <a:pt x="108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30"/>
            <p:cNvSpPr/>
            <p:nvPr/>
          </p:nvSpPr>
          <p:spPr>
            <a:xfrm>
              <a:off x="1247201" y="2291983"/>
              <a:ext cx="129311" cy="46617"/>
            </a:xfrm>
            <a:custGeom>
              <a:rect b="b" l="l" r="r" t="t"/>
              <a:pathLst>
                <a:path extrusionOk="0" h="3910" w="10846">
                  <a:moveTo>
                    <a:pt x="1" y="1"/>
                  </a:moveTo>
                  <a:lnTo>
                    <a:pt x="1" y="3910"/>
                  </a:lnTo>
                  <a:lnTo>
                    <a:pt x="10846" y="3910"/>
                  </a:lnTo>
                  <a:lnTo>
                    <a:pt x="108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30"/>
            <p:cNvSpPr/>
            <p:nvPr/>
          </p:nvSpPr>
          <p:spPr>
            <a:xfrm>
              <a:off x="1384032" y="2350622"/>
              <a:ext cx="39106" cy="136835"/>
            </a:xfrm>
            <a:custGeom>
              <a:rect b="b" l="l" r="r" t="t"/>
              <a:pathLst>
                <a:path extrusionOk="0" h="11477" w="3280">
                  <a:moveTo>
                    <a:pt x="0" y="1"/>
                  </a:moveTo>
                  <a:lnTo>
                    <a:pt x="0" y="11477"/>
                  </a:lnTo>
                  <a:lnTo>
                    <a:pt x="3279" y="11477"/>
                  </a:lnTo>
                  <a:lnTo>
                    <a:pt x="32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30"/>
            <p:cNvSpPr/>
            <p:nvPr/>
          </p:nvSpPr>
          <p:spPr>
            <a:xfrm>
              <a:off x="1384032" y="2291983"/>
              <a:ext cx="39106" cy="46617"/>
            </a:xfrm>
            <a:custGeom>
              <a:rect b="b" l="l" r="r" t="t"/>
              <a:pathLst>
                <a:path extrusionOk="0" h="3910" w="3280">
                  <a:moveTo>
                    <a:pt x="0" y="1"/>
                  </a:moveTo>
                  <a:lnTo>
                    <a:pt x="0" y="3910"/>
                  </a:lnTo>
                  <a:lnTo>
                    <a:pt x="3279" y="3910"/>
                  </a:lnTo>
                  <a:lnTo>
                    <a:pt x="32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30"/>
            <p:cNvSpPr/>
            <p:nvPr/>
          </p:nvSpPr>
          <p:spPr>
            <a:xfrm>
              <a:off x="1184557" y="2283958"/>
              <a:ext cx="247583" cy="222545"/>
            </a:xfrm>
            <a:custGeom>
              <a:rect b="b" l="l" r="r" t="t"/>
              <a:pathLst>
                <a:path extrusionOk="0" h="18666" w="20766">
                  <a:moveTo>
                    <a:pt x="0" y="1"/>
                  </a:moveTo>
                  <a:lnTo>
                    <a:pt x="0" y="18665"/>
                  </a:lnTo>
                  <a:lnTo>
                    <a:pt x="20766" y="18665"/>
                  </a:lnTo>
                  <a:lnTo>
                    <a:pt x="20766" y="18077"/>
                  </a:lnTo>
                  <a:lnTo>
                    <a:pt x="505" y="18077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30"/>
            <p:cNvSpPr/>
            <p:nvPr/>
          </p:nvSpPr>
          <p:spPr>
            <a:xfrm>
              <a:off x="1542408" y="3083896"/>
              <a:ext cx="39106" cy="136835"/>
            </a:xfrm>
            <a:custGeom>
              <a:rect b="b" l="l" r="r" t="t"/>
              <a:pathLst>
                <a:path extrusionOk="0" h="11477" w="3280">
                  <a:moveTo>
                    <a:pt x="1" y="1"/>
                  </a:moveTo>
                  <a:lnTo>
                    <a:pt x="1" y="11476"/>
                  </a:lnTo>
                  <a:lnTo>
                    <a:pt x="3280" y="11476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30"/>
            <p:cNvSpPr/>
            <p:nvPr/>
          </p:nvSpPr>
          <p:spPr>
            <a:xfrm>
              <a:off x="1542408" y="3025257"/>
              <a:ext cx="39106" cy="46617"/>
            </a:xfrm>
            <a:custGeom>
              <a:rect b="b" l="l" r="r" t="t"/>
              <a:pathLst>
                <a:path extrusionOk="0" h="3910" w="3280">
                  <a:moveTo>
                    <a:pt x="1" y="0"/>
                  </a:moveTo>
                  <a:lnTo>
                    <a:pt x="1" y="3910"/>
                  </a:lnTo>
                  <a:lnTo>
                    <a:pt x="3280" y="3910"/>
                  </a:lnTo>
                  <a:lnTo>
                    <a:pt x="32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30"/>
            <p:cNvSpPr/>
            <p:nvPr/>
          </p:nvSpPr>
          <p:spPr>
            <a:xfrm>
              <a:off x="1589528" y="3083896"/>
              <a:ext cx="128811" cy="136835"/>
            </a:xfrm>
            <a:custGeom>
              <a:rect b="b" l="l" r="r" t="t"/>
              <a:pathLst>
                <a:path extrusionOk="0" h="11477" w="10804">
                  <a:moveTo>
                    <a:pt x="0" y="1"/>
                  </a:moveTo>
                  <a:lnTo>
                    <a:pt x="0" y="11476"/>
                  </a:lnTo>
                  <a:lnTo>
                    <a:pt x="10803" y="11476"/>
                  </a:lnTo>
                  <a:lnTo>
                    <a:pt x="108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30"/>
            <p:cNvSpPr/>
            <p:nvPr/>
          </p:nvSpPr>
          <p:spPr>
            <a:xfrm>
              <a:off x="1589528" y="3025257"/>
              <a:ext cx="128811" cy="46617"/>
            </a:xfrm>
            <a:custGeom>
              <a:rect b="b" l="l" r="r" t="t"/>
              <a:pathLst>
                <a:path extrusionOk="0" h="3910" w="10804">
                  <a:moveTo>
                    <a:pt x="0" y="0"/>
                  </a:moveTo>
                  <a:lnTo>
                    <a:pt x="0" y="3910"/>
                  </a:lnTo>
                  <a:lnTo>
                    <a:pt x="10803" y="3910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30"/>
            <p:cNvSpPr/>
            <p:nvPr/>
          </p:nvSpPr>
          <p:spPr>
            <a:xfrm>
              <a:off x="1726347" y="3083896"/>
              <a:ext cx="39106" cy="136835"/>
            </a:xfrm>
            <a:custGeom>
              <a:rect b="b" l="l" r="r" t="t"/>
              <a:pathLst>
                <a:path extrusionOk="0" h="11477" w="3280">
                  <a:moveTo>
                    <a:pt x="1" y="1"/>
                  </a:moveTo>
                  <a:lnTo>
                    <a:pt x="1" y="11476"/>
                  </a:lnTo>
                  <a:lnTo>
                    <a:pt x="3280" y="11476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30"/>
            <p:cNvSpPr/>
            <p:nvPr/>
          </p:nvSpPr>
          <p:spPr>
            <a:xfrm>
              <a:off x="1726347" y="3025257"/>
              <a:ext cx="39106" cy="46617"/>
            </a:xfrm>
            <a:custGeom>
              <a:rect b="b" l="l" r="r" t="t"/>
              <a:pathLst>
                <a:path extrusionOk="0" h="3910" w="3280">
                  <a:moveTo>
                    <a:pt x="1" y="0"/>
                  </a:moveTo>
                  <a:lnTo>
                    <a:pt x="1" y="3910"/>
                  </a:lnTo>
                  <a:lnTo>
                    <a:pt x="3280" y="3910"/>
                  </a:lnTo>
                  <a:lnTo>
                    <a:pt x="32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30"/>
            <p:cNvSpPr/>
            <p:nvPr/>
          </p:nvSpPr>
          <p:spPr>
            <a:xfrm>
              <a:off x="1526872" y="3017232"/>
              <a:ext cx="247595" cy="222533"/>
            </a:xfrm>
            <a:custGeom>
              <a:rect b="b" l="l" r="r" t="t"/>
              <a:pathLst>
                <a:path extrusionOk="0" h="18665" w="20767">
                  <a:moveTo>
                    <a:pt x="1" y="1"/>
                  </a:moveTo>
                  <a:lnTo>
                    <a:pt x="1" y="18665"/>
                  </a:lnTo>
                  <a:lnTo>
                    <a:pt x="20766" y="18665"/>
                  </a:lnTo>
                  <a:lnTo>
                    <a:pt x="20766" y="18076"/>
                  </a:lnTo>
                  <a:lnTo>
                    <a:pt x="505" y="1807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30"/>
            <p:cNvSpPr/>
            <p:nvPr/>
          </p:nvSpPr>
          <p:spPr>
            <a:xfrm>
              <a:off x="1542408" y="2717014"/>
              <a:ext cx="39106" cy="137335"/>
            </a:xfrm>
            <a:custGeom>
              <a:rect b="b" l="l" r="r" t="t"/>
              <a:pathLst>
                <a:path extrusionOk="0" h="11519" w="3280">
                  <a:moveTo>
                    <a:pt x="1" y="0"/>
                  </a:moveTo>
                  <a:lnTo>
                    <a:pt x="1" y="11518"/>
                  </a:lnTo>
                  <a:lnTo>
                    <a:pt x="3280" y="11518"/>
                  </a:lnTo>
                  <a:lnTo>
                    <a:pt x="32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30"/>
            <p:cNvSpPr/>
            <p:nvPr/>
          </p:nvSpPr>
          <p:spPr>
            <a:xfrm>
              <a:off x="1542408" y="2658864"/>
              <a:ext cx="39106" cy="46629"/>
            </a:xfrm>
            <a:custGeom>
              <a:rect b="b" l="l" r="r" t="t"/>
              <a:pathLst>
                <a:path extrusionOk="0" h="3911" w="3280">
                  <a:moveTo>
                    <a:pt x="1" y="1"/>
                  </a:moveTo>
                  <a:lnTo>
                    <a:pt x="1" y="3910"/>
                  </a:lnTo>
                  <a:lnTo>
                    <a:pt x="3280" y="3910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30"/>
            <p:cNvSpPr/>
            <p:nvPr/>
          </p:nvSpPr>
          <p:spPr>
            <a:xfrm>
              <a:off x="1589528" y="2717014"/>
              <a:ext cx="128811" cy="137335"/>
            </a:xfrm>
            <a:custGeom>
              <a:rect b="b" l="l" r="r" t="t"/>
              <a:pathLst>
                <a:path extrusionOk="0" h="11519" w="10804">
                  <a:moveTo>
                    <a:pt x="0" y="0"/>
                  </a:moveTo>
                  <a:lnTo>
                    <a:pt x="0" y="11518"/>
                  </a:lnTo>
                  <a:lnTo>
                    <a:pt x="10803" y="11518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30"/>
            <p:cNvSpPr/>
            <p:nvPr/>
          </p:nvSpPr>
          <p:spPr>
            <a:xfrm>
              <a:off x="1589528" y="2658864"/>
              <a:ext cx="128811" cy="46629"/>
            </a:xfrm>
            <a:custGeom>
              <a:rect b="b" l="l" r="r" t="t"/>
              <a:pathLst>
                <a:path extrusionOk="0" h="3911" w="10804">
                  <a:moveTo>
                    <a:pt x="0" y="1"/>
                  </a:moveTo>
                  <a:lnTo>
                    <a:pt x="0" y="3910"/>
                  </a:lnTo>
                  <a:lnTo>
                    <a:pt x="10803" y="3910"/>
                  </a:lnTo>
                  <a:lnTo>
                    <a:pt x="108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30"/>
            <p:cNvSpPr/>
            <p:nvPr/>
          </p:nvSpPr>
          <p:spPr>
            <a:xfrm>
              <a:off x="1726347" y="2717014"/>
              <a:ext cx="39106" cy="137335"/>
            </a:xfrm>
            <a:custGeom>
              <a:rect b="b" l="l" r="r" t="t"/>
              <a:pathLst>
                <a:path extrusionOk="0" h="11519" w="3280">
                  <a:moveTo>
                    <a:pt x="1" y="0"/>
                  </a:moveTo>
                  <a:lnTo>
                    <a:pt x="1" y="11518"/>
                  </a:lnTo>
                  <a:lnTo>
                    <a:pt x="3280" y="11518"/>
                  </a:lnTo>
                  <a:lnTo>
                    <a:pt x="32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30"/>
            <p:cNvSpPr/>
            <p:nvPr/>
          </p:nvSpPr>
          <p:spPr>
            <a:xfrm>
              <a:off x="1726347" y="2658864"/>
              <a:ext cx="39106" cy="46629"/>
            </a:xfrm>
            <a:custGeom>
              <a:rect b="b" l="l" r="r" t="t"/>
              <a:pathLst>
                <a:path extrusionOk="0" h="3911" w="3280">
                  <a:moveTo>
                    <a:pt x="1" y="1"/>
                  </a:moveTo>
                  <a:lnTo>
                    <a:pt x="1" y="3910"/>
                  </a:lnTo>
                  <a:lnTo>
                    <a:pt x="3280" y="3910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30"/>
            <p:cNvSpPr/>
            <p:nvPr/>
          </p:nvSpPr>
          <p:spPr>
            <a:xfrm>
              <a:off x="1526872" y="2650852"/>
              <a:ext cx="247595" cy="222033"/>
            </a:xfrm>
            <a:custGeom>
              <a:rect b="b" l="l" r="r" t="t"/>
              <a:pathLst>
                <a:path extrusionOk="0" h="18623" w="20767">
                  <a:moveTo>
                    <a:pt x="1" y="0"/>
                  </a:moveTo>
                  <a:lnTo>
                    <a:pt x="1" y="18622"/>
                  </a:lnTo>
                  <a:lnTo>
                    <a:pt x="20766" y="18622"/>
                  </a:lnTo>
                  <a:lnTo>
                    <a:pt x="20766" y="18076"/>
                  </a:lnTo>
                  <a:lnTo>
                    <a:pt x="505" y="1807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30"/>
            <p:cNvSpPr/>
            <p:nvPr/>
          </p:nvSpPr>
          <p:spPr>
            <a:xfrm>
              <a:off x="1542408" y="2350622"/>
              <a:ext cx="39106" cy="136835"/>
            </a:xfrm>
            <a:custGeom>
              <a:rect b="b" l="l" r="r" t="t"/>
              <a:pathLst>
                <a:path extrusionOk="0" h="11477" w="3280">
                  <a:moveTo>
                    <a:pt x="1" y="1"/>
                  </a:moveTo>
                  <a:lnTo>
                    <a:pt x="1" y="11477"/>
                  </a:lnTo>
                  <a:lnTo>
                    <a:pt x="3280" y="11477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30"/>
            <p:cNvSpPr/>
            <p:nvPr/>
          </p:nvSpPr>
          <p:spPr>
            <a:xfrm>
              <a:off x="1542408" y="2291983"/>
              <a:ext cx="39106" cy="46617"/>
            </a:xfrm>
            <a:custGeom>
              <a:rect b="b" l="l" r="r" t="t"/>
              <a:pathLst>
                <a:path extrusionOk="0" h="3910" w="3280">
                  <a:moveTo>
                    <a:pt x="1" y="1"/>
                  </a:moveTo>
                  <a:lnTo>
                    <a:pt x="1" y="3910"/>
                  </a:lnTo>
                  <a:lnTo>
                    <a:pt x="3280" y="3910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30"/>
            <p:cNvSpPr/>
            <p:nvPr/>
          </p:nvSpPr>
          <p:spPr>
            <a:xfrm>
              <a:off x="1589528" y="2350622"/>
              <a:ext cx="128811" cy="136835"/>
            </a:xfrm>
            <a:custGeom>
              <a:rect b="b" l="l" r="r" t="t"/>
              <a:pathLst>
                <a:path extrusionOk="0" h="11477" w="10804">
                  <a:moveTo>
                    <a:pt x="0" y="1"/>
                  </a:moveTo>
                  <a:lnTo>
                    <a:pt x="0" y="11477"/>
                  </a:lnTo>
                  <a:lnTo>
                    <a:pt x="10803" y="11477"/>
                  </a:lnTo>
                  <a:lnTo>
                    <a:pt x="108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30"/>
            <p:cNvSpPr/>
            <p:nvPr/>
          </p:nvSpPr>
          <p:spPr>
            <a:xfrm>
              <a:off x="1589528" y="2291983"/>
              <a:ext cx="128811" cy="46617"/>
            </a:xfrm>
            <a:custGeom>
              <a:rect b="b" l="l" r="r" t="t"/>
              <a:pathLst>
                <a:path extrusionOk="0" h="3910" w="10804">
                  <a:moveTo>
                    <a:pt x="0" y="1"/>
                  </a:moveTo>
                  <a:lnTo>
                    <a:pt x="0" y="3910"/>
                  </a:lnTo>
                  <a:lnTo>
                    <a:pt x="10803" y="3910"/>
                  </a:lnTo>
                  <a:lnTo>
                    <a:pt x="108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30"/>
            <p:cNvSpPr/>
            <p:nvPr/>
          </p:nvSpPr>
          <p:spPr>
            <a:xfrm>
              <a:off x="1726347" y="2350622"/>
              <a:ext cx="39106" cy="136835"/>
            </a:xfrm>
            <a:custGeom>
              <a:rect b="b" l="l" r="r" t="t"/>
              <a:pathLst>
                <a:path extrusionOk="0" h="11477" w="3280">
                  <a:moveTo>
                    <a:pt x="1" y="1"/>
                  </a:moveTo>
                  <a:lnTo>
                    <a:pt x="1" y="11477"/>
                  </a:lnTo>
                  <a:lnTo>
                    <a:pt x="3280" y="11477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30"/>
            <p:cNvSpPr/>
            <p:nvPr/>
          </p:nvSpPr>
          <p:spPr>
            <a:xfrm>
              <a:off x="1726347" y="2291983"/>
              <a:ext cx="39106" cy="46617"/>
            </a:xfrm>
            <a:custGeom>
              <a:rect b="b" l="l" r="r" t="t"/>
              <a:pathLst>
                <a:path extrusionOk="0" h="3910" w="3280">
                  <a:moveTo>
                    <a:pt x="1" y="1"/>
                  </a:moveTo>
                  <a:lnTo>
                    <a:pt x="1" y="3910"/>
                  </a:lnTo>
                  <a:lnTo>
                    <a:pt x="3280" y="3910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30"/>
            <p:cNvSpPr/>
            <p:nvPr/>
          </p:nvSpPr>
          <p:spPr>
            <a:xfrm>
              <a:off x="1526872" y="2283958"/>
              <a:ext cx="247595" cy="222545"/>
            </a:xfrm>
            <a:custGeom>
              <a:rect b="b" l="l" r="r" t="t"/>
              <a:pathLst>
                <a:path extrusionOk="0" h="18666" w="20767">
                  <a:moveTo>
                    <a:pt x="1" y="1"/>
                  </a:moveTo>
                  <a:lnTo>
                    <a:pt x="1" y="18665"/>
                  </a:lnTo>
                  <a:lnTo>
                    <a:pt x="20766" y="18665"/>
                  </a:lnTo>
                  <a:lnTo>
                    <a:pt x="20766" y="18077"/>
                  </a:lnTo>
                  <a:lnTo>
                    <a:pt x="505" y="18077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30"/>
            <p:cNvSpPr/>
            <p:nvPr/>
          </p:nvSpPr>
          <p:spPr>
            <a:xfrm>
              <a:off x="1845638" y="1830871"/>
              <a:ext cx="522730" cy="344322"/>
            </a:xfrm>
            <a:custGeom>
              <a:rect b="b" l="l" r="r" t="t"/>
              <a:pathLst>
                <a:path extrusionOk="0" h="28880" w="43844">
                  <a:moveTo>
                    <a:pt x="0" y="0"/>
                  </a:moveTo>
                  <a:lnTo>
                    <a:pt x="0" y="28879"/>
                  </a:lnTo>
                  <a:lnTo>
                    <a:pt x="43844" y="28879"/>
                  </a:lnTo>
                  <a:lnTo>
                    <a:pt x="438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30"/>
            <p:cNvSpPr/>
            <p:nvPr/>
          </p:nvSpPr>
          <p:spPr>
            <a:xfrm>
              <a:off x="1845638" y="1830871"/>
              <a:ext cx="11541" cy="344322"/>
            </a:xfrm>
            <a:custGeom>
              <a:rect b="b" l="l" r="r" t="t"/>
              <a:pathLst>
                <a:path extrusionOk="0" h="28880" w="968">
                  <a:moveTo>
                    <a:pt x="0" y="0"/>
                  </a:moveTo>
                  <a:lnTo>
                    <a:pt x="0" y="28879"/>
                  </a:lnTo>
                  <a:lnTo>
                    <a:pt x="967" y="28879"/>
                  </a:lnTo>
                  <a:lnTo>
                    <a:pt x="967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30"/>
            <p:cNvSpPr/>
            <p:nvPr/>
          </p:nvSpPr>
          <p:spPr>
            <a:xfrm>
              <a:off x="1085809" y="1808312"/>
              <a:ext cx="1314599" cy="44614"/>
            </a:xfrm>
            <a:custGeom>
              <a:rect b="b" l="l" r="r" t="t"/>
              <a:pathLst>
                <a:path extrusionOk="0" h="3742" w="110262">
                  <a:moveTo>
                    <a:pt x="1" y="1"/>
                  </a:moveTo>
                  <a:lnTo>
                    <a:pt x="1" y="3742"/>
                  </a:lnTo>
                  <a:lnTo>
                    <a:pt x="110261" y="3742"/>
                  </a:lnTo>
                  <a:lnTo>
                    <a:pt x="110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30"/>
            <p:cNvSpPr/>
            <p:nvPr/>
          </p:nvSpPr>
          <p:spPr>
            <a:xfrm>
              <a:off x="1965932" y="1912570"/>
              <a:ext cx="218516" cy="262629"/>
            </a:xfrm>
            <a:custGeom>
              <a:rect b="b" l="l" r="r" t="t"/>
              <a:pathLst>
                <a:path extrusionOk="0" h="22028" w="18328">
                  <a:moveTo>
                    <a:pt x="0" y="0"/>
                  </a:moveTo>
                  <a:lnTo>
                    <a:pt x="0" y="22027"/>
                  </a:lnTo>
                  <a:lnTo>
                    <a:pt x="18328" y="22027"/>
                  </a:lnTo>
                  <a:lnTo>
                    <a:pt x="183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30"/>
            <p:cNvSpPr/>
            <p:nvPr/>
          </p:nvSpPr>
          <p:spPr>
            <a:xfrm>
              <a:off x="2081205" y="1926604"/>
              <a:ext cx="91219" cy="235064"/>
            </a:xfrm>
            <a:custGeom>
              <a:rect b="b" l="l" r="r" t="t"/>
              <a:pathLst>
                <a:path extrusionOk="0" h="19716" w="7651">
                  <a:moveTo>
                    <a:pt x="0" y="0"/>
                  </a:moveTo>
                  <a:lnTo>
                    <a:pt x="0" y="19715"/>
                  </a:lnTo>
                  <a:lnTo>
                    <a:pt x="7651" y="19715"/>
                  </a:lnTo>
                  <a:lnTo>
                    <a:pt x="76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30"/>
            <p:cNvSpPr/>
            <p:nvPr/>
          </p:nvSpPr>
          <p:spPr>
            <a:xfrm>
              <a:off x="1976949" y="1926604"/>
              <a:ext cx="91231" cy="235064"/>
            </a:xfrm>
            <a:custGeom>
              <a:rect b="b" l="l" r="r" t="t"/>
              <a:pathLst>
                <a:path extrusionOk="0" h="19716" w="7652">
                  <a:moveTo>
                    <a:pt x="1" y="0"/>
                  </a:moveTo>
                  <a:lnTo>
                    <a:pt x="1" y="19715"/>
                  </a:lnTo>
                  <a:lnTo>
                    <a:pt x="7651" y="19715"/>
                  </a:lnTo>
                  <a:lnTo>
                    <a:pt x="76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30"/>
            <p:cNvSpPr/>
            <p:nvPr/>
          </p:nvSpPr>
          <p:spPr>
            <a:xfrm>
              <a:off x="1118395" y="1852917"/>
              <a:ext cx="727213" cy="29091"/>
            </a:xfrm>
            <a:custGeom>
              <a:rect b="b" l="l" r="r" t="t"/>
              <a:pathLst>
                <a:path extrusionOk="0" h="2440" w="60995">
                  <a:moveTo>
                    <a:pt x="0" y="1"/>
                  </a:moveTo>
                  <a:lnTo>
                    <a:pt x="0" y="2439"/>
                  </a:lnTo>
                  <a:lnTo>
                    <a:pt x="60994" y="505"/>
                  </a:lnTo>
                  <a:lnTo>
                    <a:pt x="60994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30"/>
            <p:cNvSpPr/>
            <p:nvPr/>
          </p:nvSpPr>
          <p:spPr>
            <a:xfrm>
              <a:off x="1845638" y="1852917"/>
              <a:ext cx="522730" cy="42110"/>
            </a:xfrm>
            <a:custGeom>
              <a:rect b="b" l="l" r="r" t="t"/>
              <a:pathLst>
                <a:path extrusionOk="0" h="3532" w="43844">
                  <a:moveTo>
                    <a:pt x="0" y="1"/>
                  </a:moveTo>
                  <a:lnTo>
                    <a:pt x="0" y="3532"/>
                  </a:lnTo>
                  <a:lnTo>
                    <a:pt x="43844" y="926"/>
                  </a:lnTo>
                  <a:lnTo>
                    <a:pt x="43844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30"/>
            <p:cNvSpPr/>
            <p:nvPr/>
          </p:nvSpPr>
          <p:spPr>
            <a:xfrm>
              <a:off x="1899770" y="2121574"/>
              <a:ext cx="19553" cy="53639"/>
            </a:xfrm>
            <a:custGeom>
              <a:rect b="b" l="l" r="r" t="t"/>
              <a:pathLst>
                <a:path extrusionOk="0" h="4499" w="1640">
                  <a:moveTo>
                    <a:pt x="0" y="0"/>
                  </a:moveTo>
                  <a:lnTo>
                    <a:pt x="0" y="4498"/>
                  </a:lnTo>
                  <a:lnTo>
                    <a:pt x="1640" y="4498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30"/>
            <p:cNvSpPr/>
            <p:nvPr/>
          </p:nvSpPr>
          <p:spPr>
            <a:xfrm>
              <a:off x="2128815" y="2121574"/>
              <a:ext cx="20066" cy="53639"/>
            </a:xfrm>
            <a:custGeom>
              <a:rect b="b" l="l" r="r" t="t"/>
              <a:pathLst>
                <a:path extrusionOk="0" h="4499" w="1683">
                  <a:moveTo>
                    <a:pt x="1" y="0"/>
                  </a:moveTo>
                  <a:lnTo>
                    <a:pt x="1" y="4498"/>
                  </a:lnTo>
                  <a:lnTo>
                    <a:pt x="1682" y="4498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30"/>
            <p:cNvSpPr/>
            <p:nvPr/>
          </p:nvSpPr>
          <p:spPr>
            <a:xfrm>
              <a:off x="2358372" y="2121574"/>
              <a:ext cx="19553" cy="53639"/>
            </a:xfrm>
            <a:custGeom>
              <a:rect b="b" l="l" r="r" t="t"/>
              <a:pathLst>
                <a:path extrusionOk="0" h="4499" w="1640">
                  <a:moveTo>
                    <a:pt x="0" y="0"/>
                  </a:moveTo>
                  <a:lnTo>
                    <a:pt x="0" y="4498"/>
                  </a:lnTo>
                  <a:lnTo>
                    <a:pt x="1640" y="4498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30"/>
            <p:cNvSpPr/>
            <p:nvPr/>
          </p:nvSpPr>
          <p:spPr>
            <a:xfrm>
              <a:off x="2243599" y="2121574"/>
              <a:ext cx="20054" cy="53639"/>
            </a:xfrm>
            <a:custGeom>
              <a:rect b="b" l="l" r="r" t="t"/>
              <a:pathLst>
                <a:path extrusionOk="0" h="4499" w="1682">
                  <a:moveTo>
                    <a:pt x="0" y="0"/>
                  </a:moveTo>
                  <a:lnTo>
                    <a:pt x="0" y="4498"/>
                  </a:lnTo>
                  <a:lnTo>
                    <a:pt x="1681" y="4498"/>
                  </a:lnTo>
                  <a:lnTo>
                    <a:pt x="16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30"/>
            <p:cNvSpPr/>
            <p:nvPr/>
          </p:nvSpPr>
          <p:spPr>
            <a:xfrm>
              <a:off x="2014042" y="2121574"/>
              <a:ext cx="20054" cy="53639"/>
            </a:xfrm>
            <a:custGeom>
              <a:rect b="b" l="l" r="r" t="t"/>
              <a:pathLst>
                <a:path extrusionOk="0" h="4499" w="1682">
                  <a:moveTo>
                    <a:pt x="1" y="0"/>
                  </a:moveTo>
                  <a:lnTo>
                    <a:pt x="1" y="4498"/>
                  </a:lnTo>
                  <a:lnTo>
                    <a:pt x="1682" y="4498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30"/>
            <p:cNvSpPr/>
            <p:nvPr/>
          </p:nvSpPr>
          <p:spPr>
            <a:xfrm>
              <a:off x="1899770" y="2121574"/>
              <a:ext cx="19553" cy="10539"/>
            </a:xfrm>
            <a:custGeom>
              <a:rect b="b" l="l" r="r" t="t"/>
              <a:pathLst>
                <a:path extrusionOk="0" h="884" w="1640">
                  <a:moveTo>
                    <a:pt x="0" y="0"/>
                  </a:moveTo>
                  <a:lnTo>
                    <a:pt x="0" y="883"/>
                  </a:lnTo>
                  <a:lnTo>
                    <a:pt x="1640" y="883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30"/>
            <p:cNvSpPr/>
            <p:nvPr/>
          </p:nvSpPr>
          <p:spPr>
            <a:xfrm>
              <a:off x="2128815" y="2121574"/>
              <a:ext cx="20066" cy="10539"/>
            </a:xfrm>
            <a:custGeom>
              <a:rect b="b" l="l" r="r" t="t"/>
              <a:pathLst>
                <a:path extrusionOk="0" h="884" w="1683">
                  <a:moveTo>
                    <a:pt x="1" y="0"/>
                  </a:moveTo>
                  <a:lnTo>
                    <a:pt x="1" y="883"/>
                  </a:lnTo>
                  <a:lnTo>
                    <a:pt x="1682" y="883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30"/>
            <p:cNvSpPr/>
            <p:nvPr/>
          </p:nvSpPr>
          <p:spPr>
            <a:xfrm>
              <a:off x="2358372" y="2121574"/>
              <a:ext cx="19553" cy="10539"/>
            </a:xfrm>
            <a:custGeom>
              <a:rect b="b" l="l" r="r" t="t"/>
              <a:pathLst>
                <a:path extrusionOk="0" h="884" w="1640">
                  <a:moveTo>
                    <a:pt x="0" y="0"/>
                  </a:moveTo>
                  <a:lnTo>
                    <a:pt x="0" y="883"/>
                  </a:lnTo>
                  <a:lnTo>
                    <a:pt x="1640" y="883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30"/>
            <p:cNvSpPr/>
            <p:nvPr/>
          </p:nvSpPr>
          <p:spPr>
            <a:xfrm>
              <a:off x="2243599" y="2121574"/>
              <a:ext cx="20054" cy="10539"/>
            </a:xfrm>
            <a:custGeom>
              <a:rect b="b" l="l" r="r" t="t"/>
              <a:pathLst>
                <a:path extrusionOk="0" h="884" w="1682">
                  <a:moveTo>
                    <a:pt x="0" y="0"/>
                  </a:moveTo>
                  <a:lnTo>
                    <a:pt x="0" y="883"/>
                  </a:lnTo>
                  <a:lnTo>
                    <a:pt x="1681" y="883"/>
                  </a:lnTo>
                  <a:lnTo>
                    <a:pt x="1681" y="0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30"/>
            <p:cNvSpPr/>
            <p:nvPr/>
          </p:nvSpPr>
          <p:spPr>
            <a:xfrm>
              <a:off x="2014042" y="2121574"/>
              <a:ext cx="20054" cy="10539"/>
            </a:xfrm>
            <a:custGeom>
              <a:rect b="b" l="l" r="r" t="t"/>
              <a:pathLst>
                <a:path extrusionOk="0" h="884" w="1682">
                  <a:moveTo>
                    <a:pt x="1" y="0"/>
                  </a:moveTo>
                  <a:lnTo>
                    <a:pt x="1" y="883"/>
                  </a:lnTo>
                  <a:lnTo>
                    <a:pt x="1682" y="883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30"/>
            <p:cNvSpPr/>
            <p:nvPr/>
          </p:nvSpPr>
          <p:spPr>
            <a:xfrm>
              <a:off x="1845638" y="2112047"/>
              <a:ext cx="554814" cy="9538"/>
            </a:xfrm>
            <a:custGeom>
              <a:rect b="b" l="l" r="r" t="t"/>
              <a:pathLst>
                <a:path extrusionOk="0" h="800" w="46535">
                  <a:moveTo>
                    <a:pt x="0" y="1"/>
                  </a:moveTo>
                  <a:lnTo>
                    <a:pt x="0" y="799"/>
                  </a:lnTo>
                  <a:lnTo>
                    <a:pt x="46534" y="799"/>
                  </a:lnTo>
                  <a:lnTo>
                    <a:pt x="46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30"/>
            <p:cNvSpPr/>
            <p:nvPr/>
          </p:nvSpPr>
          <p:spPr>
            <a:xfrm>
              <a:off x="1200593" y="1983740"/>
              <a:ext cx="38593" cy="137335"/>
            </a:xfrm>
            <a:custGeom>
              <a:rect b="b" l="l" r="r" t="t"/>
              <a:pathLst>
                <a:path extrusionOk="0" h="11519" w="3237">
                  <a:moveTo>
                    <a:pt x="0" y="0"/>
                  </a:moveTo>
                  <a:lnTo>
                    <a:pt x="0" y="11518"/>
                  </a:lnTo>
                  <a:lnTo>
                    <a:pt x="3237" y="11518"/>
                  </a:lnTo>
                  <a:lnTo>
                    <a:pt x="3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30"/>
            <p:cNvSpPr/>
            <p:nvPr/>
          </p:nvSpPr>
          <p:spPr>
            <a:xfrm>
              <a:off x="1200593" y="1925602"/>
              <a:ext cx="38593" cy="46617"/>
            </a:xfrm>
            <a:custGeom>
              <a:rect b="b" l="l" r="r" t="t"/>
              <a:pathLst>
                <a:path extrusionOk="0" h="3910" w="3237">
                  <a:moveTo>
                    <a:pt x="0" y="0"/>
                  </a:moveTo>
                  <a:lnTo>
                    <a:pt x="0" y="3910"/>
                  </a:lnTo>
                  <a:lnTo>
                    <a:pt x="3237" y="3910"/>
                  </a:lnTo>
                  <a:lnTo>
                    <a:pt x="3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30"/>
            <p:cNvSpPr/>
            <p:nvPr/>
          </p:nvSpPr>
          <p:spPr>
            <a:xfrm>
              <a:off x="1247201" y="1983740"/>
              <a:ext cx="129311" cy="137335"/>
            </a:xfrm>
            <a:custGeom>
              <a:rect b="b" l="l" r="r" t="t"/>
              <a:pathLst>
                <a:path extrusionOk="0" h="11519" w="10846">
                  <a:moveTo>
                    <a:pt x="1" y="0"/>
                  </a:moveTo>
                  <a:lnTo>
                    <a:pt x="1" y="11518"/>
                  </a:lnTo>
                  <a:lnTo>
                    <a:pt x="10846" y="11518"/>
                  </a:lnTo>
                  <a:lnTo>
                    <a:pt x="108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30"/>
            <p:cNvSpPr/>
            <p:nvPr/>
          </p:nvSpPr>
          <p:spPr>
            <a:xfrm>
              <a:off x="1247201" y="1925602"/>
              <a:ext cx="129311" cy="46617"/>
            </a:xfrm>
            <a:custGeom>
              <a:rect b="b" l="l" r="r" t="t"/>
              <a:pathLst>
                <a:path extrusionOk="0" h="3910" w="10846">
                  <a:moveTo>
                    <a:pt x="1" y="0"/>
                  </a:moveTo>
                  <a:lnTo>
                    <a:pt x="1" y="3910"/>
                  </a:lnTo>
                  <a:lnTo>
                    <a:pt x="10846" y="3910"/>
                  </a:lnTo>
                  <a:lnTo>
                    <a:pt x="108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30"/>
            <p:cNvSpPr/>
            <p:nvPr/>
          </p:nvSpPr>
          <p:spPr>
            <a:xfrm>
              <a:off x="1384032" y="1983740"/>
              <a:ext cx="39106" cy="137335"/>
            </a:xfrm>
            <a:custGeom>
              <a:rect b="b" l="l" r="r" t="t"/>
              <a:pathLst>
                <a:path extrusionOk="0" h="11519" w="3280">
                  <a:moveTo>
                    <a:pt x="0" y="0"/>
                  </a:moveTo>
                  <a:lnTo>
                    <a:pt x="0" y="11518"/>
                  </a:lnTo>
                  <a:lnTo>
                    <a:pt x="3279" y="11518"/>
                  </a:lnTo>
                  <a:lnTo>
                    <a:pt x="32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30"/>
            <p:cNvSpPr/>
            <p:nvPr/>
          </p:nvSpPr>
          <p:spPr>
            <a:xfrm>
              <a:off x="1384032" y="1925602"/>
              <a:ext cx="39106" cy="46617"/>
            </a:xfrm>
            <a:custGeom>
              <a:rect b="b" l="l" r="r" t="t"/>
              <a:pathLst>
                <a:path extrusionOk="0" h="3910" w="3280">
                  <a:moveTo>
                    <a:pt x="0" y="0"/>
                  </a:moveTo>
                  <a:lnTo>
                    <a:pt x="0" y="3910"/>
                  </a:lnTo>
                  <a:lnTo>
                    <a:pt x="3279" y="3910"/>
                  </a:lnTo>
                  <a:lnTo>
                    <a:pt x="32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30"/>
            <p:cNvSpPr/>
            <p:nvPr/>
          </p:nvSpPr>
          <p:spPr>
            <a:xfrm>
              <a:off x="1184557" y="1917578"/>
              <a:ext cx="247583" cy="222033"/>
            </a:xfrm>
            <a:custGeom>
              <a:rect b="b" l="l" r="r" t="t"/>
              <a:pathLst>
                <a:path extrusionOk="0" h="18623" w="20766">
                  <a:moveTo>
                    <a:pt x="0" y="1"/>
                  </a:moveTo>
                  <a:lnTo>
                    <a:pt x="0" y="18623"/>
                  </a:lnTo>
                  <a:lnTo>
                    <a:pt x="20766" y="18623"/>
                  </a:lnTo>
                  <a:lnTo>
                    <a:pt x="20766" y="18076"/>
                  </a:lnTo>
                  <a:lnTo>
                    <a:pt x="505" y="1807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30"/>
            <p:cNvSpPr/>
            <p:nvPr/>
          </p:nvSpPr>
          <p:spPr>
            <a:xfrm>
              <a:off x="1542408" y="1983740"/>
              <a:ext cx="39106" cy="137335"/>
            </a:xfrm>
            <a:custGeom>
              <a:rect b="b" l="l" r="r" t="t"/>
              <a:pathLst>
                <a:path extrusionOk="0" h="11519" w="3280">
                  <a:moveTo>
                    <a:pt x="1" y="0"/>
                  </a:moveTo>
                  <a:lnTo>
                    <a:pt x="1" y="11518"/>
                  </a:lnTo>
                  <a:lnTo>
                    <a:pt x="3280" y="11518"/>
                  </a:lnTo>
                  <a:lnTo>
                    <a:pt x="32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30"/>
            <p:cNvSpPr/>
            <p:nvPr/>
          </p:nvSpPr>
          <p:spPr>
            <a:xfrm>
              <a:off x="1542408" y="1925602"/>
              <a:ext cx="39106" cy="46617"/>
            </a:xfrm>
            <a:custGeom>
              <a:rect b="b" l="l" r="r" t="t"/>
              <a:pathLst>
                <a:path extrusionOk="0" h="3910" w="3280">
                  <a:moveTo>
                    <a:pt x="1" y="0"/>
                  </a:moveTo>
                  <a:lnTo>
                    <a:pt x="1" y="3910"/>
                  </a:lnTo>
                  <a:lnTo>
                    <a:pt x="3280" y="3910"/>
                  </a:lnTo>
                  <a:lnTo>
                    <a:pt x="32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30"/>
            <p:cNvSpPr/>
            <p:nvPr/>
          </p:nvSpPr>
          <p:spPr>
            <a:xfrm>
              <a:off x="1589528" y="1983740"/>
              <a:ext cx="128811" cy="137335"/>
            </a:xfrm>
            <a:custGeom>
              <a:rect b="b" l="l" r="r" t="t"/>
              <a:pathLst>
                <a:path extrusionOk="0" h="11519" w="10804">
                  <a:moveTo>
                    <a:pt x="0" y="0"/>
                  </a:moveTo>
                  <a:lnTo>
                    <a:pt x="0" y="11518"/>
                  </a:lnTo>
                  <a:lnTo>
                    <a:pt x="10803" y="11518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30"/>
            <p:cNvSpPr/>
            <p:nvPr/>
          </p:nvSpPr>
          <p:spPr>
            <a:xfrm>
              <a:off x="1589528" y="1925602"/>
              <a:ext cx="128811" cy="46617"/>
            </a:xfrm>
            <a:custGeom>
              <a:rect b="b" l="l" r="r" t="t"/>
              <a:pathLst>
                <a:path extrusionOk="0" h="3910" w="10804">
                  <a:moveTo>
                    <a:pt x="0" y="0"/>
                  </a:moveTo>
                  <a:lnTo>
                    <a:pt x="0" y="3910"/>
                  </a:lnTo>
                  <a:lnTo>
                    <a:pt x="10803" y="3910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30"/>
            <p:cNvSpPr/>
            <p:nvPr/>
          </p:nvSpPr>
          <p:spPr>
            <a:xfrm>
              <a:off x="1726347" y="1983740"/>
              <a:ext cx="39106" cy="137335"/>
            </a:xfrm>
            <a:custGeom>
              <a:rect b="b" l="l" r="r" t="t"/>
              <a:pathLst>
                <a:path extrusionOk="0" h="11519" w="3280">
                  <a:moveTo>
                    <a:pt x="1" y="0"/>
                  </a:moveTo>
                  <a:lnTo>
                    <a:pt x="1" y="11518"/>
                  </a:lnTo>
                  <a:lnTo>
                    <a:pt x="3280" y="11518"/>
                  </a:lnTo>
                  <a:lnTo>
                    <a:pt x="32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30"/>
            <p:cNvSpPr/>
            <p:nvPr/>
          </p:nvSpPr>
          <p:spPr>
            <a:xfrm>
              <a:off x="1726347" y="1925602"/>
              <a:ext cx="39106" cy="46617"/>
            </a:xfrm>
            <a:custGeom>
              <a:rect b="b" l="l" r="r" t="t"/>
              <a:pathLst>
                <a:path extrusionOk="0" h="3910" w="3280">
                  <a:moveTo>
                    <a:pt x="1" y="0"/>
                  </a:moveTo>
                  <a:lnTo>
                    <a:pt x="1" y="3910"/>
                  </a:lnTo>
                  <a:lnTo>
                    <a:pt x="3280" y="3910"/>
                  </a:lnTo>
                  <a:lnTo>
                    <a:pt x="32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30"/>
            <p:cNvSpPr/>
            <p:nvPr/>
          </p:nvSpPr>
          <p:spPr>
            <a:xfrm>
              <a:off x="1526872" y="1917578"/>
              <a:ext cx="247595" cy="222033"/>
            </a:xfrm>
            <a:custGeom>
              <a:rect b="b" l="l" r="r" t="t"/>
              <a:pathLst>
                <a:path extrusionOk="0" h="18623" w="20767">
                  <a:moveTo>
                    <a:pt x="1" y="1"/>
                  </a:moveTo>
                  <a:lnTo>
                    <a:pt x="1" y="18623"/>
                  </a:lnTo>
                  <a:lnTo>
                    <a:pt x="20766" y="18623"/>
                  </a:lnTo>
                  <a:lnTo>
                    <a:pt x="20766" y="18076"/>
                  </a:lnTo>
                  <a:lnTo>
                    <a:pt x="505" y="1807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30"/>
            <p:cNvSpPr/>
            <p:nvPr/>
          </p:nvSpPr>
          <p:spPr>
            <a:xfrm>
              <a:off x="1845638" y="1463978"/>
              <a:ext cx="522730" cy="344322"/>
            </a:xfrm>
            <a:custGeom>
              <a:rect b="b" l="l" r="r" t="t"/>
              <a:pathLst>
                <a:path extrusionOk="0" h="28880" w="43844">
                  <a:moveTo>
                    <a:pt x="0" y="1"/>
                  </a:moveTo>
                  <a:lnTo>
                    <a:pt x="0" y="28880"/>
                  </a:lnTo>
                  <a:lnTo>
                    <a:pt x="43844" y="28880"/>
                  </a:lnTo>
                  <a:lnTo>
                    <a:pt x="438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30"/>
            <p:cNvSpPr/>
            <p:nvPr/>
          </p:nvSpPr>
          <p:spPr>
            <a:xfrm>
              <a:off x="1845638" y="1463978"/>
              <a:ext cx="11541" cy="344322"/>
            </a:xfrm>
            <a:custGeom>
              <a:rect b="b" l="l" r="r" t="t"/>
              <a:pathLst>
                <a:path extrusionOk="0" h="28880" w="968">
                  <a:moveTo>
                    <a:pt x="0" y="1"/>
                  </a:moveTo>
                  <a:lnTo>
                    <a:pt x="0" y="28880"/>
                  </a:lnTo>
                  <a:lnTo>
                    <a:pt x="967" y="28880"/>
                  </a:lnTo>
                  <a:lnTo>
                    <a:pt x="967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30"/>
            <p:cNvSpPr/>
            <p:nvPr/>
          </p:nvSpPr>
          <p:spPr>
            <a:xfrm>
              <a:off x="1085809" y="1441931"/>
              <a:ext cx="1314599" cy="44614"/>
            </a:xfrm>
            <a:custGeom>
              <a:rect b="b" l="l" r="r" t="t"/>
              <a:pathLst>
                <a:path extrusionOk="0" h="3742" w="110262">
                  <a:moveTo>
                    <a:pt x="1" y="0"/>
                  </a:moveTo>
                  <a:lnTo>
                    <a:pt x="1" y="3742"/>
                  </a:lnTo>
                  <a:lnTo>
                    <a:pt x="110261" y="3742"/>
                  </a:lnTo>
                  <a:lnTo>
                    <a:pt x="1102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30"/>
            <p:cNvSpPr/>
            <p:nvPr/>
          </p:nvSpPr>
          <p:spPr>
            <a:xfrm>
              <a:off x="1965932" y="1545676"/>
              <a:ext cx="218516" cy="262629"/>
            </a:xfrm>
            <a:custGeom>
              <a:rect b="b" l="l" r="r" t="t"/>
              <a:pathLst>
                <a:path extrusionOk="0" h="22028" w="18328">
                  <a:moveTo>
                    <a:pt x="0" y="1"/>
                  </a:moveTo>
                  <a:lnTo>
                    <a:pt x="0" y="22028"/>
                  </a:lnTo>
                  <a:lnTo>
                    <a:pt x="18328" y="22028"/>
                  </a:lnTo>
                  <a:lnTo>
                    <a:pt x="183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30"/>
            <p:cNvSpPr/>
            <p:nvPr/>
          </p:nvSpPr>
          <p:spPr>
            <a:xfrm>
              <a:off x="2081205" y="1560211"/>
              <a:ext cx="91219" cy="235064"/>
            </a:xfrm>
            <a:custGeom>
              <a:rect b="b" l="l" r="r" t="t"/>
              <a:pathLst>
                <a:path extrusionOk="0" h="19716" w="7651">
                  <a:moveTo>
                    <a:pt x="0" y="1"/>
                  </a:moveTo>
                  <a:lnTo>
                    <a:pt x="0" y="19716"/>
                  </a:lnTo>
                  <a:lnTo>
                    <a:pt x="7651" y="19716"/>
                  </a:lnTo>
                  <a:lnTo>
                    <a:pt x="76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30"/>
            <p:cNvSpPr/>
            <p:nvPr/>
          </p:nvSpPr>
          <p:spPr>
            <a:xfrm>
              <a:off x="1976949" y="1560211"/>
              <a:ext cx="91231" cy="235064"/>
            </a:xfrm>
            <a:custGeom>
              <a:rect b="b" l="l" r="r" t="t"/>
              <a:pathLst>
                <a:path extrusionOk="0" h="19716" w="7652">
                  <a:moveTo>
                    <a:pt x="1" y="1"/>
                  </a:moveTo>
                  <a:lnTo>
                    <a:pt x="1" y="19716"/>
                  </a:lnTo>
                  <a:lnTo>
                    <a:pt x="7651" y="19716"/>
                  </a:lnTo>
                  <a:lnTo>
                    <a:pt x="76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30"/>
            <p:cNvSpPr/>
            <p:nvPr/>
          </p:nvSpPr>
          <p:spPr>
            <a:xfrm>
              <a:off x="1118395" y="1486537"/>
              <a:ext cx="727213" cy="28578"/>
            </a:xfrm>
            <a:custGeom>
              <a:rect b="b" l="l" r="r" t="t"/>
              <a:pathLst>
                <a:path extrusionOk="0" h="2397" w="60995">
                  <a:moveTo>
                    <a:pt x="0" y="1"/>
                  </a:moveTo>
                  <a:lnTo>
                    <a:pt x="0" y="2397"/>
                  </a:lnTo>
                  <a:lnTo>
                    <a:pt x="60994" y="505"/>
                  </a:lnTo>
                  <a:lnTo>
                    <a:pt x="60994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30"/>
            <p:cNvSpPr/>
            <p:nvPr/>
          </p:nvSpPr>
          <p:spPr>
            <a:xfrm>
              <a:off x="1845638" y="1486537"/>
              <a:ext cx="522730" cy="42110"/>
            </a:xfrm>
            <a:custGeom>
              <a:rect b="b" l="l" r="r" t="t"/>
              <a:pathLst>
                <a:path extrusionOk="0" h="3532" w="43844">
                  <a:moveTo>
                    <a:pt x="0" y="1"/>
                  </a:moveTo>
                  <a:lnTo>
                    <a:pt x="0" y="3532"/>
                  </a:lnTo>
                  <a:lnTo>
                    <a:pt x="43844" y="883"/>
                  </a:lnTo>
                  <a:lnTo>
                    <a:pt x="43844" y="1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30"/>
            <p:cNvSpPr/>
            <p:nvPr/>
          </p:nvSpPr>
          <p:spPr>
            <a:xfrm>
              <a:off x="1899770" y="1754681"/>
              <a:ext cx="19553" cy="53639"/>
            </a:xfrm>
            <a:custGeom>
              <a:rect b="b" l="l" r="r" t="t"/>
              <a:pathLst>
                <a:path extrusionOk="0" h="4499" w="1640">
                  <a:moveTo>
                    <a:pt x="0" y="1"/>
                  </a:moveTo>
                  <a:lnTo>
                    <a:pt x="0" y="4499"/>
                  </a:lnTo>
                  <a:lnTo>
                    <a:pt x="1640" y="4499"/>
                  </a:lnTo>
                  <a:lnTo>
                    <a:pt x="16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30"/>
            <p:cNvSpPr/>
            <p:nvPr/>
          </p:nvSpPr>
          <p:spPr>
            <a:xfrm>
              <a:off x="2128815" y="1754681"/>
              <a:ext cx="20066" cy="53639"/>
            </a:xfrm>
            <a:custGeom>
              <a:rect b="b" l="l" r="r" t="t"/>
              <a:pathLst>
                <a:path extrusionOk="0" h="4499" w="1683">
                  <a:moveTo>
                    <a:pt x="1" y="1"/>
                  </a:moveTo>
                  <a:lnTo>
                    <a:pt x="1" y="4499"/>
                  </a:lnTo>
                  <a:lnTo>
                    <a:pt x="1682" y="4499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30"/>
            <p:cNvSpPr/>
            <p:nvPr/>
          </p:nvSpPr>
          <p:spPr>
            <a:xfrm>
              <a:off x="2358372" y="1754681"/>
              <a:ext cx="19553" cy="53639"/>
            </a:xfrm>
            <a:custGeom>
              <a:rect b="b" l="l" r="r" t="t"/>
              <a:pathLst>
                <a:path extrusionOk="0" h="4499" w="1640">
                  <a:moveTo>
                    <a:pt x="0" y="1"/>
                  </a:moveTo>
                  <a:lnTo>
                    <a:pt x="0" y="4499"/>
                  </a:lnTo>
                  <a:lnTo>
                    <a:pt x="1640" y="4499"/>
                  </a:lnTo>
                  <a:lnTo>
                    <a:pt x="16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30"/>
            <p:cNvSpPr/>
            <p:nvPr/>
          </p:nvSpPr>
          <p:spPr>
            <a:xfrm>
              <a:off x="2243599" y="1754681"/>
              <a:ext cx="20054" cy="53639"/>
            </a:xfrm>
            <a:custGeom>
              <a:rect b="b" l="l" r="r" t="t"/>
              <a:pathLst>
                <a:path extrusionOk="0" h="4499" w="1682">
                  <a:moveTo>
                    <a:pt x="0" y="1"/>
                  </a:moveTo>
                  <a:lnTo>
                    <a:pt x="0" y="4499"/>
                  </a:lnTo>
                  <a:lnTo>
                    <a:pt x="1681" y="4499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30"/>
            <p:cNvSpPr/>
            <p:nvPr/>
          </p:nvSpPr>
          <p:spPr>
            <a:xfrm>
              <a:off x="2014042" y="1754681"/>
              <a:ext cx="20054" cy="53639"/>
            </a:xfrm>
            <a:custGeom>
              <a:rect b="b" l="l" r="r" t="t"/>
              <a:pathLst>
                <a:path extrusionOk="0" h="4499" w="1682">
                  <a:moveTo>
                    <a:pt x="1" y="1"/>
                  </a:moveTo>
                  <a:lnTo>
                    <a:pt x="1" y="4499"/>
                  </a:lnTo>
                  <a:lnTo>
                    <a:pt x="1682" y="4499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30"/>
            <p:cNvSpPr/>
            <p:nvPr/>
          </p:nvSpPr>
          <p:spPr>
            <a:xfrm>
              <a:off x="1899770" y="1754681"/>
              <a:ext cx="19553" cy="11040"/>
            </a:xfrm>
            <a:custGeom>
              <a:rect b="b" l="l" r="r" t="t"/>
              <a:pathLst>
                <a:path extrusionOk="0" h="926" w="1640">
                  <a:moveTo>
                    <a:pt x="0" y="1"/>
                  </a:moveTo>
                  <a:lnTo>
                    <a:pt x="0" y="926"/>
                  </a:lnTo>
                  <a:lnTo>
                    <a:pt x="1640" y="926"/>
                  </a:lnTo>
                  <a:lnTo>
                    <a:pt x="1640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30"/>
            <p:cNvSpPr/>
            <p:nvPr/>
          </p:nvSpPr>
          <p:spPr>
            <a:xfrm>
              <a:off x="2128815" y="1754681"/>
              <a:ext cx="20066" cy="11040"/>
            </a:xfrm>
            <a:custGeom>
              <a:rect b="b" l="l" r="r" t="t"/>
              <a:pathLst>
                <a:path extrusionOk="0" h="926" w="1683">
                  <a:moveTo>
                    <a:pt x="1" y="1"/>
                  </a:moveTo>
                  <a:lnTo>
                    <a:pt x="1" y="926"/>
                  </a:lnTo>
                  <a:lnTo>
                    <a:pt x="1682" y="926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30"/>
            <p:cNvSpPr/>
            <p:nvPr/>
          </p:nvSpPr>
          <p:spPr>
            <a:xfrm>
              <a:off x="2358372" y="1754681"/>
              <a:ext cx="19553" cy="11040"/>
            </a:xfrm>
            <a:custGeom>
              <a:rect b="b" l="l" r="r" t="t"/>
              <a:pathLst>
                <a:path extrusionOk="0" h="926" w="1640">
                  <a:moveTo>
                    <a:pt x="0" y="1"/>
                  </a:moveTo>
                  <a:lnTo>
                    <a:pt x="0" y="926"/>
                  </a:lnTo>
                  <a:lnTo>
                    <a:pt x="1640" y="926"/>
                  </a:lnTo>
                  <a:lnTo>
                    <a:pt x="1640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30"/>
            <p:cNvSpPr/>
            <p:nvPr/>
          </p:nvSpPr>
          <p:spPr>
            <a:xfrm>
              <a:off x="2243599" y="1754681"/>
              <a:ext cx="20054" cy="11040"/>
            </a:xfrm>
            <a:custGeom>
              <a:rect b="b" l="l" r="r" t="t"/>
              <a:pathLst>
                <a:path extrusionOk="0" h="926" w="1682">
                  <a:moveTo>
                    <a:pt x="0" y="1"/>
                  </a:moveTo>
                  <a:lnTo>
                    <a:pt x="0" y="926"/>
                  </a:lnTo>
                  <a:lnTo>
                    <a:pt x="1681" y="926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30"/>
            <p:cNvSpPr/>
            <p:nvPr/>
          </p:nvSpPr>
          <p:spPr>
            <a:xfrm>
              <a:off x="2014042" y="1754681"/>
              <a:ext cx="20054" cy="11040"/>
            </a:xfrm>
            <a:custGeom>
              <a:rect b="b" l="l" r="r" t="t"/>
              <a:pathLst>
                <a:path extrusionOk="0" h="926" w="1682">
                  <a:moveTo>
                    <a:pt x="1" y="1"/>
                  </a:moveTo>
                  <a:lnTo>
                    <a:pt x="1" y="926"/>
                  </a:lnTo>
                  <a:lnTo>
                    <a:pt x="1682" y="926"/>
                  </a:lnTo>
                  <a:lnTo>
                    <a:pt x="1682" y="1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30"/>
            <p:cNvSpPr/>
            <p:nvPr/>
          </p:nvSpPr>
          <p:spPr>
            <a:xfrm>
              <a:off x="1845638" y="1745166"/>
              <a:ext cx="554814" cy="9526"/>
            </a:xfrm>
            <a:custGeom>
              <a:rect b="b" l="l" r="r" t="t"/>
              <a:pathLst>
                <a:path extrusionOk="0" h="799" w="46535">
                  <a:moveTo>
                    <a:pt x="0" y="0"/>
                  </a:moveTo>
                  <a:lnTo>
                    <a:pt x="0" y="799"/>
                  </a:lnTo>
                  <a:lnTo>
                    <a:pt x="46534" y="799"/>
                  </a:lnTo>
                  <a:lnTo>
                    <a:pt x="465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30"/>
            <p:cNvSpPr/>
            <p:nvPr/>
          </p:nvSpPr>
          <p:spPr>
            <a:xfrm>
              <a:off x="1200593" y="1617348"/>
              <a:ext cx="38593" cy="137335"/>
            </a:xfrm>
            <a:custGeom>
              <a:rect b="b" l="l" r="r" t="t"/>
              <a:pathLst>
                <a:path extrusionOk="0" h="11519" w="3237">
                  <a:moveTo>
                    <a:pt x="0" y="1"/>
                  </a:moveTo>
                  <a:lnTo>
                    <a:pt x="0" y="11519"/>
                  </a:lnTo>
                  <a:lnTo>
                    <a:pt x="3237" y="11519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30"/>
            <p:cNvSpPr/>
            <p:nvPr/>
          </p:nvSpPr>
          <p:spPr>
            <a:xfrm>
              <a:off x="1200593" y="1558709"/>
              <a:ext cx="38593" cy="46629"/>
            </a:xfrm>
            <a:custGeom>
              <a:rect b="b" l="l" r="r" t="t"/>
              <a:pathLst>
                <a:path extrusionOk="0" h="3911" w="3237">
                  <a:moveTo>
                    <a:pt x="0" y="1"/>
                  </a:moveTo>
                  <a:lnTo>
                    <a:pt x="0" y="3910"/>
                  </a:lnTo>
                  <a:lnTo>
                    <a:pt x="3237" y="3910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30"/>
            <p:cNvSpPr/>
            <p:nvPr/>
          </p:nvSpPr>
          <p:spPr>
            <a:xfrm>
              <a:off x="1247201" y="1617348"/>
              <a:ext cx="129311" cy="137335"/>
            </a:xfrm>
            <a:custGeom>
              <a:rect b="b" l="l" r="r" t="t"/>
              <a:pathLst>
                <a:path extrusionOk="0" h="11519" w="10846">
                  <a:moveTo>
                    <a:pt x="1" y="1"/>
                  </a:moveTo>
                  <a:lnTo>
                    <a:pt x="1" y="11519"/>
                  </a:lnTo>
                  <a:lnTo>
                    <a:pt x="10846" y="11519"/>
                  </a:lnTo>
                  <a:lnTo>
                    <a:pt x="108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30"/>
            <p:cNvSpPr/>
            <p:nvPr/>
          </p:nvSpPr>
          <p:spPr>
            <a:xfrm>
              <a:off x="1247201" y="1558709"/>
              <a:ext cx="129311" cy="46629"/>
            </a:xfrm>
            <a:custGeom>
              <a:rect b="b" l="l" r="r" t="t"/>
              <a:pathLst>
                <a:path extrusionOk="0" h="3911" w="10846">
                  <a:moveTo>
                    <a:pt x="1" y="1"/>
                  </a:moveTo>
                  <a:lnTo>
                    <a:pt x="1" y="3910"/>
                  </a:lnTo>
                  <a:lnTo>
                    <a:pt x="10846" y="3910"/>
                  </a:lnTo>
                  <a:lnTo>
                    <a:pt x="108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30"/>
            <p:cNvSpPr/>
            <p:nvPr/>
          </p:nvSpPr>
          <p:spPr>
            <a:xfrm>
              <a:off x="1384032" y="1617348"/>
              <a:ext cx="39106" cy="137335"/>
            </a:xfrm>
            <a:custGeom>
              <a:rect b="b" l="l" r="r" t="t"/>
              <a:pathLst>
                <a:path extrusionOk="0" h="11519" w="3280">
                  <a:moveTo>
                    <a:pt x="0" y="1"/>
                  </a:moveTo>
                  <a:lnTo>
                    <a:pt x="0" y="11519"/>
                  </a:lnTo>
                  <a:lnTo>
                    <a:pt x="3279" y="11519"/>
                  </a:lnTo>
                  <a:lnTo>
                    <a:pt x="32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30"/>
            <p:cNvSpPr/>
            <p:nvPr/>
          </p:nvSpPr>
          <p:spPr>
            <a:xfrm>
              <a:off x="1384032" y="1558709"/>
              <a:ext cx="39106" cy="46629"/>
            </a:xfrm>
            <a:custGeom>
              <a:rect b="b" l="l" r="r" t="t"/>
              <a:pathLst>
                <a:path extrusionOk="0" h="3911" w="3280">
                  <a:moveTo>
                    <a:pt x="0" y="1"/>
                  </a:moveTo>
                  <a:lnTo>
                    <a:pt x="0" y="3910"/>
                  </a:lnTo>
                  <a:lnTo>
                    <a:pt x="3279" y="3910"/>
                  </a:lnTo>
                  <a:lnTo>
                    <a:pt x="32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30"/>
            <p:cNvSpPr/>
            <p:nvPr/>
          </p:nvSpPr>
          <p:spPr>
            <a:xfrm>
              <a:off x="1184557" y="1550696"/>
              <a:ext cx="247583" cy="222533"/>
            </a:xfrm>
            <a:custGeom>
              <a:rect b="b" l="l" r="r" t="t"/>
              <a:pathLst>
                <a:path extrusionOk="0" h="18665" w="20766">
                  <a:moveTo>
                    <a:pt x="0" y="0"/>
                  </a:moveTo>
                  <a:lnTo>
                    <a:pt x="0" y="18664"/>
                  </a:lnTo>
                  <a:lnTo>
                    <a:pt x="20766" y="18664"/>
                  </a:lnTo>
                  <a:lnTo>
                    <a:pt x="20766" y="18076"/>
                  </a:lnTo>
                  <a:lnTo>
                    <a:pt x="505" y="1807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30"/>
            <p:cNvSpPr/>
            <p:nvPr/>
          </p:nvSpPr>
          <p:spPr>
            <a:xfrm>
              <a:off x="1542408" y="1617348"/>
              <a:ext cx="39106" cy="137335"/>
            </a:xfrm>
            <a:custGeom>
              <a:rect b="b" l="l" r="r" t="t"/>
              <a:pathLst>
                <a:path extrusionOk="0" h="11519" w="3280">
                  <a:moveTo>
                    <a:pt x="1" y="1"/>
                  </a:moveTo>
                  <a:lnTo>
                    <a:pt x="1" y="11519"/>
                  </a:lnTo>
                  <a:lnTo>
                    <a:pt x="3280" y="11519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30"/>
            <p:cNvSpPr/>
            <p:nvPr/>
          </p:nvSpPr>
          <p:spPr>
            <a:xfrm>
              <a:off x="1542408" y="1558709"/>
              <a:ext cx="39106" cy="46629"/>
            </a:xfrm>
            <a:custGeom>
              <a:rect b="b" l="l" r="r" t="t"/>
              <a:pathLst>
                <a:path extrusionOk="0" h="3911" w="3280">
                  <a:moveTo>
                    <a:pt x="1" y="1"/>
                  </a:moveTo>
                  <a:lnTo>
                    <a:pt x="1" y="3910"/>
                  </a:lnTo>
                  <a:lnTo>
                    <a:pt x="3280" y="3910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30"/>
            <p:cNvSpPr/>
            <p:nvPr/>
          </p:nvSpPr>
          <p:spPr>
            <a:xfrm>
              <a:off x="1589528" y="1617348"/>
              <a:ext cx="128811" cy="137335"/>
            </a:xfrm>
            <a:custGeom>
              <a:rect b="b" l="l" r="r" t="t"/>
              <a:pathLst>
                <a:path extrusionOk="0" h="11519" w="10804">
                  <a:moveTo>
                    <a:pt x="0" y="1"/>
                  </a:moveTo>
                  <a:lnTo>
                    <a:pt x="0" y="11519"/>
                  </a:lnTo>
                  <a:lnTo>
                    <a:pt x="10803" y="11519"/>
                  </a:lnTo>
                  <a:lnTo>
                    <a:pt x="108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30"/>
            <p:cNvSpPr/>
            <p:nvPr/>
          </p:nvSpPr>
          <p:spPr>
            <a:xfrm>
              <a:off x="1589528" y="1558709"/>
              <a:ext cx="128811" cy="46629"/>
            </a:xfrm>
            <a:custGeom>
              <a:rect b="b" l="l" r="r" t="t"/>
              <a:pathLst>
                <a:path extrusionOk="0" h="3911" w="10804">
                  <a:moveTo>
                    <a:pt x="0" y="1"/>
                  </a:moveTo>
                  <a:lnTo>
                    <a:pt x="0" y="3910"/>
                  </a:lnTo>
                  <a:lnTo>
                    <a:pt x="10803" y="3910"/>
                  </a:lnTo>
                  <a:lnTo>
                    <a:pt x="108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30"/>
            <p:cNvSpPr/>
            <p:nvPr/>
          </p:nvSpPr>
          <p:spPr>
            <a:xfrm>
              <a:off x="1726347" y="1617348"/>
              <a:ext cx="39106" cy="137335"/>
            </a:xfrm>
            <a:custGeom>
              <a:rect b="b" l="l" r="r" t="t"/>
              <a:pathLst>
                <a:path extrusionOk="0" h="11519" w="3280">
                  <a:moveTo>
                    <a:pt x="1" y="1"/>
                  </a:moveTo>
                  <a:lnTo>
                    <a:pt x="1" y="11519"/>
                  </a:lnTo>
                  <a:lnTo>
                    <a:pt x="3280" y="11519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30"/>
            <p:cNvSpPr/>
            <p:nvPr/>
          </p:nvSpPr>
          <p:spPr>
            <a:xfrm>
              <a:off x="1726347" y="1558709"/>
              <a:ext cx="39106" cy="46629"/>
            </a:xfrm>
            <a:custGeom>
              <a:rect b="b" l="l" r="r" t="t"/>
              <a:pathLst>
                <a:path extrusionOk="0" h="3911" w="3280">
                  <a:moveTo>
                    <a:pt x="1" y="1"/>
                  </a:moveTo>
                  <a:lnTo>
                    <a:pt x="1" y="3910"/>
                  </a:lnTo>
                  <a:lnTo>
                    <a:pt x="3280" y="3910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30"/>
            <p:cNvSpPr/>
            <p:nvPr/>
          </p:nvSpPr>
          <p:spPr>
            <a:xfrm>
              <a:off x="1526872" y="1550696"/>
              <a:ext cx="247595" cy="222533"/>
            </a:xfrm>
            <a:custGeom>
              <a:rect b="b" l="l" r="r" t="t"/>
              <a:pathLst>
                <a:path extrusionOk="0" h="18665" w="20767">
                  <a:moveTo>
                    <a:pt x="1" y="0"/>
                  </a:moveTo>
                  <a:lnTo>
                    <a:pt x="1" y="18664"/>
                  </a:lnTo>
                  <a:lnTo>
                    <a:pt x="20766" y="18664"/>
                  </a:lnTo>
                  <a:lnTo>
                    <a:pt x="20766" y="18076"/>
                  </a:lnTo>
                  <a:lnTo>
                    <a:pt x="505" y="1807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30"/>
            <p:cNvSpPr/>
            <p:nvPr/>
          </p:nvSpPr>
          <p:spPr>
            <a:xfrm>
              <a:off x="2041107" y="3448273"/>
              <a:ext cx="46116" cy="137335"/>
            </a:xfrm>
            <a:custGeom>
              <a:rect b="b" l="l" r="r" t="t"/>
              <a:pathLst>
                <a:path extrusionOk="0" h="11519" w="3868">
                  <a:moveTo>
                    <a:pt x="1" y="1"/>
                  </a:moveTo>
                  <a:lnTo>
                    <a:pt x="1" y="11519"/>
                  </a:lnTo>
                  <a:lnTo>
                    <a:pt x="3868" y="11519"/>
                  </a:lnTo>
                  <a:lnTo>
                    <a:pt x="38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30"/>
            <p:cNvSpPr/>
            <p:nvPr/>
          </p:nvSpPr>
          <p:spPr>
            <a:xfrm>
              <a:off x="2041107" y="3389634"/>
              <a:ext cx="46116" cy="46617"/>
            </a:xfrm>
            <a:custGeom>
              <a:rect b="b" l="l" r="r" t="t"/>
              <a:pathLst>
                <a:path extrusionOk="0" h="3910" w="3868">
                  <a:moveTo>
                    <a:pt x="1" y="1"/>
                  </a:moveTo>
                  <a:lnTo>
                    <a:pt x="1" y="3910"/>
                  </a:lnTo>
                  <a:lnTo>
                    <a:pt x="3868" y="3910"/>
                  </a:lnTo>
                  <a:lnTo>
                    <a:pt x="38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30"/>
            <p:cNvSpPr/>
            <p:nvPr/>
          </p:nvSpPr>
          <p:spPr>
            <a:xfrm>
              <a:off x="2096741" y="3448273"/>
              <a:ext cx="152370" cy="137335"/>
            </a:xfrm>
            <a:custGeom>
              <a:rect b="b" l="l" r="r" t="t"/>
              <a:pathLst>
                <a:path extrusionOk="0" h="11519" w="12780">
                  <a:moveTo>
                    <a:pt x="0" y="1"/>
                  </a:moveTo>
                  <a:lnTo>
                    <a:pt x="0" y="11519"/>
                  </a:lnTo>
                  <a:lnTo>
                    <a:pt x="12779" y="11519"/>
                  </a:lnTo>
                  <a:lnTo>
                    <a:pt x="12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30"/>
            <p:cNvSpPr/>
            <p:nvPr/>
          </p:nvSpPr>
          <p:spPr>
            <a:xfrm>
              <a:off x="2096741" y="3389634"/>
              <a:ext cx="152370" cy="46617"/>
            </a:xfrm>
            <a:custGeom>
              <a:rect b="b" l="l" r="r" t="t"/>
              <a:pathLst>
                <a:path extrusionOk="0" h="3910" w="12780">
                  <a:moveTo>
                    <a:pt x="0" y="1"/>
                  </a:moveTo>
                  <a:lnTo>
                    <a:pt x="0" y="3910"/>
                  </a:lnTo>
                  <a:lnTo>
                    <a:pt x="12779" y="3910"/>
                  </a:lnTo>
                  <a:lnTo>
                    <a:pt x="12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30"/>
            <p:cNvSpPr/>
            <p:nvPr/>
          </p:nvSpPr>
          <p:spPr>
            <a:xfrm>
              <a:off x="2258634" y="3448273"/>
              <a:ext cx="45615" cy="137335"/>
            </a:xfrm>
            <a:custGeom>
              <a:rect b="b" l="l" r="r" t="t"/>
              <a:pathLst>
                <a:path extrusionOk="0" h="11519" w="3826">
                  <a:moveTo>
                    <a:pt x="0" y="1"/>
                  </a:moveTo>
                  <a:lnTo>
                    <a:pt x="0" y="11519"/>
                  </a:lnTo>
                  <a:lnTo>
                    <a:pt x="3825" y="11519"/>
                  </a:lnTo>
                  <a:lnTo>
                    <a:pt x="38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30"/>
            <p:cNvSpPr/>
            <p:nvPr/>
          </p:nvSpPr>
          <p:spPr>
            <a:xfrm>
              <a:off x="2258634" y="3389634"/>
              <a:ext cx="45615" cy="46617"/>
            </a:xfrm>
            <a:custGeom>
              <a:rect b="b" l="l" r="r" t="t"/>
              <a:pathLst>
                <a:path extrusionOk="0" h="3910" w="3826">
                  <a:moveTo>
                    <a:pt x="0" y="1"/>
                  </a:moveTo>
                  <a:lnTo>
                    <a:pt x="0" y="3910"/>
                  </a:lnTo>
                  <a:lnTo>
                    <a:pt x="3825" y="3910"/>
                  </a:lnTo>
                  <a:lnTo>
                    <a:pt x="38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30"/>
            <p:cNvSpPr/>
            <p:nvPr/>
          </p:nvSpPr>
          <p:spPr>
            <a:xfrm>
              <a:off x="2022567" y="3381622"/>
              <a:ext cx="292697" cy="222533"/>
            </a:xfrm>
            <a:custGeom>
              <a:rect b="b" l="l" r="r" t="t"/>
              <a:pathLst>
                <a:path extrusionOk="0" h="18665" w="24550">
                  <a:moveTo>
                    <a:pt x="0" y="0"/>
                  </a:moveTo>
                  <a:lnTo>
                    <a:pt x="0" y="18664"/>
                  </a:lnTo>
                  <a:lnTo>
                    <a:pt x="24549" y="18664"/>
                  </a:lnTo>
                  <a:lnTo>
                    <a:pt x="24549" y="18076"/>
                  </a:lnTo>
                  <a:lnTo>
                    <a:pt x="631" y="18076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30"/>
            <p:cNvSpPr/>
            <p:nvPr/>
          </p:nvSpPr>
          <p:spPr>
            <a:xfrm>
              <a:off x="1666206" y="3381622"/>
              <a:ext cx="4018" cy="248584"/>
            </a:xfrm>
            <a:custGeom>
              <a:rect b="b" l="l" r="r" t="t"/>
              <a:pathLst>
                <a:path extrusionOk="0" h="20850" w="337">
                  <a:moveTo>
                    <a:pt x="1" y="0"/>
                  </a:moveTo>
                  <a:lnTo>
                    <a:pt x="1" y="20850"/>
                  </a:lnTo>
                  <a:lnTo>
                    <a:pt x="337" y="20850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30"/>
            <p:cNvSpPr/>
            <p:nvPr/>
          </p:nvSpPr>
          <p:spPr>
            <a:xfrm>
              <a:off x="1815568" y="3381622"/>
              <a:ext cx="4018" cy="248584"/>
            </a:xfrm>
            <a:custGeom>
              <a:rect b="b" l="l" r="r" t="t"/>
              <a:pathLst>
                <a:path extrusionOk="0" h="20850" w="337">
                  <a:moveTo>
                    <a:pt x="0" y="0"/>
                  </a:moveTo>
                  <a:lnTo>
                    <a:pt x="0" y="20850"/>
                  </a:lnTo>
                  <a:lnTo>
                    <a:pt x="337" y="20850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1F285F">
                <a:alpha val="10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30"/>
            <p:cNvSpPr/>
            <p:nvPr/>
          </p:nvSpPr>
          <p:spPr>
            <a:xfrm>
              <a:off x="1654176" y="3363069"/>
              <a:ext cx="177431" cy="18563"/>
            </a:xfrm>
            <a:custGeom>
              <a:rect b="b" l="l" r="r" t="t"/>
              <a:pathLst>
                <a:path extrusionOk="0" h="1557" w="14882">
                  <a:moveTo>
                    <a:pt x="1" y="1"/>
                  </a:moveTo>
                  <a:lnTo>
                    <a:pt x="1" y="1556"/>
                  </a:lnTo>
                  <a:lnTo>
                    <a:pt x="14881" y="1556"/>
                  </a:lnTo>
                  <a:lnTo>
                    <a:pt x="1488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30"/>
            <p:cNvSpPr/>
            <p:nvPr/>
          </p:nvSpPr>
          <p:spPr>
            <a:xfrm>
              <a:off x="1085809" y="2908467"/>
              <a:ext cx="1314599" cy="44626"/>
            </a:xfrm>
            <a:custGeom>
              <a:rect b="b" l="l" r="r" t="t"/>
              <a:pathLst>
                <a:path extrusionOk="0" h="3743" w="110262">
                  <a:moveTo>
                    <a:pt x="1" y="1"/>
                  </a:moveTo>
                  <a:lnTo>
                    <a:pt x="1" y="3742"/>
                  </a:lnTo>
                  <a:lnTo>
                    <a:pt x="110261" y="3742"/>
                  </a:lnTo>
                  <a:lnTo>
                    <a:pt x="110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1" name="Google Shape;2371;p30"/>
          <p:cNvGrpSpPr/>
          <p:nvPr/>
        </p:nvGrpSpPr>
        <p:grpSpPr>
          <a:xfrm>
            <a:off x="7861454" y="2456798"/>
            <a:ext cx="276638" cy="229911"/>
            <a:chOff x="3266679" y="4234561"/>
            <a:chExt cx="276638" cy="229911"/>
          </a:xfrm>
        </p:grpSpPr>
        <p:sp>
          <p:nvSpPr>
            <p:cNvPr id="2372" name="Google Shape;2372;p30"/>
            <p:cNvSpPr/>
            <p:nvPr/>
          </p:nvSpPr>
          <p:spPr>
            <a:xfrm flipH="1" rot="5400000">
              <a:off x="3401860" y="4206214"/>
              <a:ext cx="5860" cy="62552"/>
            </a:xfrm>
            <a:custGeom>
              <a:rect b="b" l="l" r="r" t="t"/>
              <a:pathLst>
                <a:path extrusionOk="0" h="2904" w="270">
                  <a:moveTo>
                    <a:pt x="0" y="1"/>
                  </a:moveTo>
                  <a:lnTo>
                    <a:pt x="0" y="2904"/>
                  </a:lnTo>
                  <a:lnTo>
                    <a:pt x="270" y="2615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30"/>
            <p:cNvSpPr/>
            <p:nvPr/>
          </p:nvSpPr>
          <p:spPr>
            <a:xfrm flipH="1" rot="5400000">
              <a:off x="3402067" y="4206636"/>
              <a:ext cx="5860" cy="229423"/>
            </a:xfrm>
            <a:custGeom>
              <a:rect b="b" l="l" r="r" t="t"/>
              <a:pathLst>
                <a:path extrusionOk="0" h="10651" w="270">
                  <a:moveTo>
                    <a:pt x="0" y="0"/>
                  </a:moveTo>
                  <a:lnTo>
                    <a:pt x="0" y="10651"/>
                  </a:lnTo>
                  <a:lnTo>
                    <a:pt x="269" y="10382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30"/>
            <p:cNvSpPr/>
            <p:nvPr/>
          </p:nvSpPr>
          <p:spPr>
            <a:xfrm flipH="1" rot="5400000">
              <a:off x="3401861" y="4206423"/>
              <a:ext cx="5860" cy="118039"/>
            </a:xfrm>
            <a:custGeom>
              <a:rect b="b" l="l" r="r" t="t"/>
              <a:pathLst>
                <a:path extrusionOk="0" h="5480" w="270">
                  <a:moveTo>
                    <a:pt x="0" y="1"/>
                  </a:moveTo>
                  <a:lnTo>
                    <a:pt x="0" y="5480"/>
                  </a:lnTo>
                  <a:lnTo>
                    <a:pt x="270" y="5191"/>
                  </a:lnTo>
                  <a:lnTo>
                    <a:pt x="270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30"/>
            <p:cNvSpPr/>
            <p:nvPr/>
          </p:nvSpPr>
          <p:spPr>
            <a:xfrm flipH="1" rot="5400000">
              <a:off x="3401862" y="4211186"/>
              <a:ext cx="6272" cy="276638"/>
            </a:xfrm>
            <a:custGeom>
              <a:rect b="b" l="l" r="r" t="t"/>
              <a:pathLst>
                <a:path extrusionOk="0" h="12843" w="289">
                  <a:moveTo>
                    <a:pt x="192" y="1"/>
                  </a:moveTo>
                  <a:lnTo>
                    <a:pt x="0" y="193"/>
                  </a:lnTo>
                  <a:lnTo>
                    <a:pt x="0" y="12650"/>
                  </a:lnTo>
                  <a:lnTo>
                    <a:pt x="192" y="12843"/>
                  </a:lnTo>
                  <a:lnTo>
                    <a:pt x="288" y="12766"/>
                  </a:lnTo>
                  <a:lnTo>
                    <a:pt x="288" y="9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30"/>
            <p:cNvSpPr/>
            <p:nvPr/>
          </p:nvSpPr>
          <p:spPr>
            <a:xfrm flipH="1" rot="5400000">
              <a:off x="3402067" y="4206427"/>
              <a:ext cx="5860" cy="173936"/>
            </a:xfrm>
            <a:custGeom>
              <a:rect b="b" l="l" r="r" t="t"/>
              <a:pathLst>
                <a:path extrusionOk="0" h="8075" w="270">
                  <a:moveTo>
                    <a:pt x="0" y="0"/>
                  </a:moveTo>
                  <a:lnTo>
                    <a:pt x="0" y="8075"/>
                  </a:lnTo>
                  <a:lnTo>
                    <a:pt x="269" y="7786"/>
                  </a:lnTo>
                  <a:lnTo>
                    <a:pt x="269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30"/>
            <p:cNvSpPr/>
            <p:nvPr/>
          </p:nvSpPr>
          <p:spPr>
            <a:xfrm flipH="1" rot="5400000">
              <a:off x="3401849" y="4376626"/>
              <a:ext cx="6294" cy="113494"/>
            </a:xfrm>
            <a:custGeom>
              <a:rect b="b" l="l" r="r" t="t"/>
              <a:pathLst>
                <a:path extrusionOk="0" h="5269" w="290">
                  <a:moveTo>
                    <a:pt x="289" y="1"/>
                  </a:moveTo>
                  <a:lnTo>
                    <a:pt x="1" y="289"/>
                  </a:lnTo>
                  <a:lnTo>
                    <a:pt x="1" y="4999"/>
                  </a:lnTo>
                  <a:lnTo>
                    <a:pt x="289" y="5268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30"/>
            <p:cNvSpPr/>
            <p:nvPr/>
          </p:nvSpPr>
          <p:spPr>
            <a:xfrm flipH="1" rot="5400000">
              <a:off x="3402065" y="4432538"/>
              <a:ext cx="5860" cy="58007"/>
            </a:xfrm>
            <a:custGeom>
              <a:rect b="b" l="l" r="r" t="t"/>
              <a:pathLst>
                <a:path extrusionOk="0" h="2693" w="270">
                  <a:moveTo>
                    <a:pt x="270" y="1"/>
                  </a:moveTo>
                  <a:lnTo>
                    <a:pt x="1" y="289"/>
                  </a:lnTo>
                  <a:lnTo>
                    <a:pt x="1" y="2423"/>
                  </a:lnTo>
                  <a:lnTo>
                    <a:pt x="270" y="269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30"/>
            <p:cNvSpPr/>
            <p:nvPr/>
          </p:nvSpPr>
          <p:spPr>
            <a:xfrm flipH="1" rot="5400000">
              <a:off x="3401646" y="4265030"/>
              <a:ext cx="6294" cy="224878"/>
            </a:xfrm>
            <a:custGeom>
              <a:rect b="b" l="l" r="r" t="t"/>
              <a:pathLst>
                <a:path extrusionOk="0" h="10440" w="290">
                  <a:moveTo>
                    <a:pt x="289" y="1"/>
                  </a:moveTo>
                  <a:lnTo>
                    <a:pt x="1" y="270"/>
                  </a:lnTo>
                  <a:lnTo>
                    <a:pt x="1" y="10151"/>
                  </a:lnTo>
                  <a:lnTo>
                    <a:pt x="289" y="1044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30"/>
            <p:cNvSpPr/>
            <p:nvPr/>
          </p:nvSpPr>
          <p:spPr>
            <a:xfrm flipH="1" rot="5400000">
              <a:off x="3401850" y="4320930"/>
              <a:ext cx="6294" cy="168981"/>
            </a:xfrm>
            <a:custGeom>
              <a:rect b="b" l="l" r="r" t="t"/>
              <a:pathLst>
                <a:path extrusionOk="0" h="7845" w="290">
                  <a:moveTo>
                    <a:pt x="289" y="1"/>
                  </a:moveTo>
                  <a:lnTo>
                    <a:pt x="1" y="289"/>
                  </a:lnTo>
                  <a:lnTo>
                    <a:pt x="1" y="7575"/>
                  </a:lnTo>
                  <a:lnTo>
                    <a:pt x="289" y="784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p31"/>
          <p:cNvSpPr txBox="1"/>
          <p:nvPr>
            <p:ph idx="6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</a:t>
            </a:r>
            <a:endParaRPr/>
          </a:p>
        </p:txBody>
      </p:sp>
      <p:sp>
        <p:nvSpPr>
          <p:cNvPr id="2386" name="Google Shape;2386;p31"/>
          <p:cNvSpPr txBox="1"/>
          <p:nvPr/>
        </p:nvSpPr>
        <p:spPr>
          <a:xfrm>
            <a:off x="843200" y="1203025"/>
            <a:ext cx="3560100" cy="3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How do industries differ in their demands for commercial real estate?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How can we find the best industry to market specific leases to?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Based on client needs, what are the optimal markets for expansion?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pic>
        <p:nvPicPr>
          <p:cNvPr descr="Demographics And Psychographics: How To Know Your Customers Inside Out?" id="2387" name="Google Shape;23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375" y="1707925"/>
            <a:ext cx="4000500" cy="213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32"/>
          <p:cNvSpPr txBox="1"/>
          <p:nvPr>
            <p:ph idx="6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Identifying O</a:t>
            </a:r>
            <a:r>
              <a:rPr lang="en"/>
              <a:t>ptimal</a:t>
            </a:r>
            <a:r>
              <a:rPr lang="en"/>
              <a:t> Clients </a:t>
            </a:r>
            <a:endParaRPr/>
          </a:p>
        </p:txBody>
      </p:sp>
      <p:sp>
        <p:nvSpPr>
          <p:cNvPr id="2393" name="Google Shape;2393;p32"/>
          <p:cNvSpPr txBox="1"/>
          <p:nvPr/>
        </p:nvSpPr>
        <p:spPr>
          <a:xfrm>
            <a:off x="6665675" y="3019800"/>
            <a:ext cx="24291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pic>
        <p:nvPicPr>
          <p:cNvPr descr="Garbage In, Garbage Out”, why AI will ..." id="2394" name="Google Shape;239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525" y="2162100"/>
            <a:ext cx="2876550" cy="15906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95" name="Google Shape;2395;p32"/>
          <p:cNvSpPr txBox="1"/>
          <p:nvPr/>
        </p:nvSpPr>
        <p:spPr>
          <a:xfrm>
            <a:off x="380550" y="1448525"/>
            <a:ext cx="50337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b="1"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Predicting Ideal Client Industry </a:t>
            </a:r>
            <a:endParaRPr b="1"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○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Trained a classification Neural Network on leases to identify industry 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○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Accuracy did not exceed 47% 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b="1"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How Can We Improve This?</a:t>
            </a:r>
            <a:endParaRPr b="1"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○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Expand</a:t>
            </a: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the data and context given to the Neural Network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33"/>
          <p:cNvSpPr txBox="1"/>
          <p:nvPr>
            <p:ph idx="6" type="title"/>
          </p:nvPr>
        </p:nvSpPr>
        <p:spPr>
          <a:xfrm>
            <a:off x="-225200" y="39031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Expanding the Data Using OpenEIs Data</a:t>
            </a:r>
            <a:endParaRPr/>
          </a:p>
        </p:txBody>
      </p:sp>
      <p:sp>
        <p:nvSpPr>
          <p:cNvPr id="2401" name="Google Shape;2401;p33"/>
          <p:cNvSpPr txBox="1"/>
          <p:nvPr/>
        </p:nvSpPr>
        <p:spPr>
          <a:xfrm>
            <a:off x="5840400" y="390300"/>
            <a:ext cx="3399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pic>
        <p:nvPicPr>
          <p:cNvPr id="2402" name="Google Shape;240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4975" y="1804949"/>
            <a:ext cx="4530775" cy="22465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03" name="Google Shape;2403;p33"/>
          <p:cNvSpPr txBox="1"/>
          <p:nvPr/>
        </p:nvSpPr>
        <p:spPr>
          <a:xfrm>
            <a:off x="5959125" y="1403288"/>
            <a:ext cx="1756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How Index Works </a:t>
            </a:r>
            <a:endParaRPr b="1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404" name="Google Shape;2404;p33"/>
          <p:cNvSpPr txBox="1"/>
          <p:nvPr/>
        </p:nvSpPr>
        <p:spPr>
          <a:xfrm>
            <a:off x="300375" y="1490050"/>
            <a:ext cx="39165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1327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b="1"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Estimating energy costs by location</a:t>
            </a:r>
            <a:endParaRPr b="1"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○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Used OpenEIs </a:t>
            </a: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electrical utilities database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○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Used a sp-gist index to find local </a:t>
            </a: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commercial</a:t>
            </a: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</a:t>
            </a: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electrical</a:t>
            </a: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price for each lease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34"/>
          <p:cNvSpPr txBox="1"/>
          <p:nvPr>
            <p:ph idx="6" type="title"/>
          </p:nvPr>
        </p:nvSpPr>
        <p:spPr>
          <a:xfrm>
            <a:off x="720000" y="346585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Visualizing E</a:t>
            </a:r>
            <a:r>
              <a:rPr lang="en"/>
              <a:t>lectrical</a:t>
            </a:r>
            <a:r>
              <a:rPr lang="en"/>
              <a:t> Costs </a:t>
            </a:r>
            <a:endParaRPr/>
          </a:p>
        </p:txBody>
      </p:sp>
      <p:pic>
        <p:nvPicPr>
          <p:cNvPr id="2410" name="Google Shape;2410;p34" title="0000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0800" y="1163260"/>
            <a:ext cx="4900325" cy="302541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11" name="Google Shape;2411;p34" title="00001a.png"/>
          <p:cNvPicPr preferRelativeResize="0"/>
          <p:nvPr/>
        </p:nvPicPr>
        <p:blipFill rotWithShape="1">
          <a:blip r:embed="rId4">
            <a:alphaModFix/>
          </a:blip>
          <a:srcRect b="0" l="10383" r="10415" t="-5330"/>
          <a:stretch/>
        </p:blipFill>
        <p:spPr>
          <a:xfrm>
            <a:off x="244200" y="1214450"/>
            <a:ext cx="3559976" cy="2923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ile:Solid white bordered.svg - Wikimedia Commons" id="2412" name="Google Shape;2412;p34"/>
          <p:cNvPicPr preferRelativeResize="0"/>
          <p:nvPr/>
        </p:nvPicPr>
        <p:blipFill rotWithShape="1">
          <a:blip r:embed="rId5">
            <a:alphaModFix/>
          </a:blip>
          <a:srcRect b="9718" l="13383" r="12516" t="12540"/>
          <a:stretch/>
        </p:blipFill>
        <p:spPr>
          <a:xfrm>
            <a:off x="244200" y="1214450"/>
            <a:ext cx="3559977" cy="147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p35"/>
          <p:cNvSpPr txBox="1"/>
          <p:nvPr>
            <p:ph idx="6" type="title"/>
          </p:nvPr>
        </p:nvSpPr>
        <p:spPr>
          <a:xfrm>
            <a:off x="-192900" y="355635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New Data into Neural Net</a:t>
            </a:r>
            <a:endParaRPr/>
          </a:p>
        </p:txBody>
      </p:sp>
      <p:sp>
        <p:nvSpPr>
          <p:cNvPr id="2418" name="Google Shape;2418;p35"/>
          <p:cNvSpPr txBox="1"/>
          <p:nvPr>
            <p:ph idx="15" type="title"/>
          </p:nvPr>
        </p:nvSpPr>
        <p:spPr>
          <a:xfrm flipH="1">
            <a:off x="4940254" y="339000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35"/>
          <p:cNvSpPr txBox="1"/>
          <p:nvPr/>
        </p:nvSpPr>
        <p:spPr>
          <a:xfrm>
            <a:off x="1041250" y="1129050"/>
            <a:ext cx="1723200" cy="3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420" name="Google Shape;2420;p35"/>
          <p:cNvSpPr txBox="1"/>
          <p:nvPr/>
        </p:nvSpPr>
        <p:spPr>
          <a:xfrm>
            <a:off x="421350" y="1692175"/>
            <a:ext cx="3621000" cy="23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Adding electrical cost data improves Neural Network accuracy by about </a:t>
            </a:r>
            <a:r>
              <a:rPr b="1"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2%</a:t>
            </a:r>
            <a:endParaRPr b="1"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Geographical data and electricity costs could be correlated.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pic>
        <p:nvPicPr>
          <p:cNvPr id="2421" name="Google Shape;2421;p35" title="nn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092" y="1205712"/>
            <a:ext cx="4415234" cy="3311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36"/>
          <p:cNvSpPr txBox="1"/>
          <p:nvPr>
            <p:ph idx="6" type="title"/>
          </p:nvPr>
        </p:nvSpPr>
        <p:spPr>
          <a:xfrm>
            <a:off x="127775" y="159575"/>
            <a:ext cx="7130700" cy="11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Functional Industry </a:t>
            </a:r>
            <a:r>
              <a:rPr lang="en"/>
              <a:t>Recommender</a:t>
            </a:r>
            <a:r>
              <a:rPr lang="en"/>
              <a:t> </a:t>
            </a:r>
            <a:endParaRPr/>
          </a:p>
        </p:txBody>
      </p:sp>
      <p:sp>
        <p:nvSpPr>
          <p:cNvPr id="2427" name="Google Shape;2427;p36"/>
          <p:cNvSpPr txBox="1"/>
          <p:nvPr>
            <p:ph idx="15" type="title"/>
          </p:nvPr>
        </p:nvSpPr>
        <p:spPr>
          <a:xfrm flipH="1">
            <a:off x="4940254" y="339000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36"/>
          <p:cNvSpPr txBox="1"/>
          <p:nvPr/>
        </p:nvSpPr>
        <p:spPr>
          <a:xfrm>
            <a:off x="518825" y="1125300"/>
            <a:ext cx="5555100" cy="3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We have seen that providing additional </a:t>
            </a: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context to the Neural Network improves the quality of classifications 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Therefore, if we wanted to construct an accurate Industry </a:t>
            </a: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Recommender, we could gather more local data from each lease. These could be things like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○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Water Price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○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Nearby building industries 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○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Local Wealth 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With a high enough accuracy, we could use this to </a:t>
            </a:r>
            <a:r>
              <a:rPr b="1"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efficiently advertise leases</a:t>
            </a: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to clients 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pic>
        <p:nvPicPr>
          <p:cNvPr descr="File:Neural network example.png - Wikimedia Commons" id="2429" name="Google Shape;24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9225" y="1641275"/>
            <a:ext cx="2608900" cy="267396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37"/>
          <p:cNvSpPr txBox="1"/>
          <p:nvPr>
            <p:ph idx="6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 Within</a:t>
            </a:r>
            <a:r>
              <a:rPr lang="en"/>
              <a:t> Electrical prices </a:t>
            </a:r>
            <a:endParaRPr/>
          </a:p>
        </p:txBody>
      </p:sp>
      <p:sp>
        <p:nvSpPr>
          <p:cNvPr id="2435" name="Google Shape;2435;p37"/>
          <p:cNvSpPr txBox="1"/>
          <p:nvPr>
            <p:ph idx="15" type="title"/>
          </p:nvPr>
        </p:nvSpPr>
        <p:spPr>
          <a:xfrm flipH="1">
            <a:off x="4940254" y="339000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37"/>
          <p:cNvSpPr txBox="1"/>
          <p:nvPr/>
        </p:nvSpPr>
        <p:spPr>
          <a:xfrm>
            <a:off x="1046850" y="984750"/>
            <a:ext cx="7050300" cy="3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To see if electrical price has any influence on industries choices of leases, we performed a tukey test on the average electricity cost in different industries. Here are our results: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pic>
        <p:nvPicPr>
          <p:cNvPr id="2437" name="Google Shape;2437;p37" title="tukey_results_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67425"/>
            <a:ext cx="8839204" cy="184725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38"/>
          <p:cNvSpPr txBox="1"/>
          <p:nvPr>
            <p:ph type="title"/>
          </p:nvPr>
        </p:nvSpPr>
        <p:spPr>
          <a:xfrm>
            <a:off x="-776850" y="3868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Tukey Test Takeaways</a:t>
            </a:r>
            <a:endParaRPr/>
          </a:p>
        </p:txBody>
      </p:sp>
      <p:sp>
        <p:nvSpPr>
          <p:cNvPr id="2443" name="Google Shape;2443;p38"/>
          <p:cNvSpPr txBox="1"/>
          <p:nvPr>
            <p:ph idx="1" type="body"/>
          </p:nvPr>
        </p:nvSpPr>
        <p:spPr>
          <a:xfrm>
            <a:off x="5008025" y="1079400"/>
            <a:ext cx="3120600" cy="38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800"/>
              <a:t>The business/consulting industry pays significantly less for electricity.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800"/>
              <a:t>The finance industry pays significantly more for electricity.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44" name="Google Shape;2444;p38"/>
          <p:cNvSpPr txBox="1"/>
          <p:nvPr/>
        </p:nvSpPr>
        <p:spPr>
          <a:xfrm>
            <a:off x="1019259" y="3919200"/>
            <a:ext cx="340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445" name="Google Shape;2445;p38"/>
          <p:cNvSpPr/>
          <p:nvPr/>
        </p:nvSpPr>
        <p:spPr>
          <a:xfrm>
            <a:off x="3928560" y="3603224"/>
            <a:ext cx="30196" cy="74430"/>
          </a:xfrm>
          <a:custGeom>
            <a:rect b="b" l="l" r="r" t="t"/>
            <a:pathLst>
              <a:path extrusionOk="0" h="3510" w="1424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141" y="281"/>
                </a:lnTo>
                <a:lnTo>
                  <a:pt x="321" y="622"/>
                </a:lnTo>
                <a:lnTo>
                  <a:pt x="522" y="1043"/>
                </a:lnTo>
                <a:lnTo>
                  <a:pt x="742" y="1564"/>
                </a:lnTo>
                <a:lnTo>
                  <a:pt x="983" y="2166"/>
                </a:lnTo>
                <a:lnTo>
                  <a:pt x="1203" y="2808"/>
                </a:lnTo>
                <a:lnTo>
                  <a:pt x="1424" y="3510"/>
                </a:lnTo>
                <a:lnTo>
                  <a:pt x="1424" y="3510"/>
                </a:lnTo>
                <a:lnTo>
                  <a:pt x="1203" y="2808"/>
                </a:lnTo>
                <a:lnTo>
                  <a:pt x="983" y="2166"/>
                </a:lnTo>
                <a:lnTo>
                  <a:pt x="742" y="1564"/>
                </a:lnTo>
                <a:lnTo>
                  <a:pt x="522" y="1043"/>
                </a:lnTo>
                <a:lnTo>
                  <a:pt x="321" y="622"/>
                </a:lnTo>
                <a:lnTo>
                  <a:pt x="141" y="28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7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6" name="Google Shape;2446;p38"/>
          <p:cNvGrpSpPr/>
          <p:nvPr/>
        </p:nvGrpSpPr>
        <p:grpSpPr>
          <a:xfrm>
            <a:off x="24616" y="1367919"/>
            <a:ext cx="2371313" cy="1553450"/>
            <a:chOff x="3181350" y="806996"/>
            <a:chExt cx="2795700" cy="1831466"/>
          </a:xfrm>
        </p:grpSpPr>
        <p:sp>
          <p:nvSpPr>
            <p:cNvPr id="2447" name="Google Shape;2447;p38"/>
            <p:cNvSpPr/>
            <p:nvPr/>
          </p:nvSpPr>
          <p:spPr>
            <a:xfrm>
              <a:off x="3181350" y="2481263"/>
              <a:ext cx="2795700" cy="157200"/>
            </a:xfrm>
            <a:prstGeom prst="ellipse">
              <a:avLst/>
            </a:prstGeom>
            <a:solidFill>
              <a:srgbClr val="1F285F">
                <a:alpha val="14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48" name="Google Shape;2448;p38"/>
            <p:cNvGrpSpPr/>
            <p:nvPr/>
          </p:nvGrpSpPr>
          <p:grpSpPr>
            <a:xfrm>
              <a:off x="3207200" y="806996"/>
              <a:ext cx="2729600" cy="1756326"/>
              <a:chOff x="3207200" y="883196"/>
              <a:chExt cx="2729600" cy="1756326"/>
            </a:xfrm>
          </p:grpSpPr>
          <p:sp>
            <p:nvSpPr>
              <p:cNvPr id="2449" name="Google Shape;2449;p38"/>
              <p:cNvSpPr/>
              <p:nvPr/>
            </p:nvSpPr>
            <p:spPr>
              <a:xfrm>
                <a:off x="4185596" y="1008569"/>
                <a:ext cx="211458" cy="313529"/>
              </a:xfrm>
              <a:custGeom>
                <a:rect b="b" l="l" r="r" t="t"/>
                <a:pathLst>
                  <a:path extrusionOk="0" h="9298" w="6271">
                    <a:moveTo>
                      <a:pt x="1" y="1"/>
                    </a:moveTo>
                    <a:lnTo>
                      <a:pt x="1" y="9298"/>
                    </a:lnTo>
                    <a:lnTo>
                      <a:pt x="6271" y="4757"/>
                    </a:lnTo>
                    <a:lnTo>
                      <a:pt x="627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0" name="Google Shape;2450;p38"/>
              <p:cNvSpPr/>
              <p:nvPr/>
            </p:nvSpPr>
            <p:spPr>
              <a:xfrm>
                <a:off x="4185596" y="1008569"/>
                <a:ext cx="211458" cy="313529"/>
              </a:xfrm>
              <a:custGeom>
                <a:rect b="b" l="l" r="r" t="t"/>
                <a:pathLst>
                  <a:path extrusionOk="0" h="9298" w="6271">
                    <a:moveTo>
                      <a:pt x="1" y="1"/>
                    </a:moveTo>
                    <a:lnTo>
                      <a:pt x="1" y="9298"/>
                    </a:lnTo>
                    <a:lnTo>
                      <a:pt x="6271" y="4757"/>
                    </a:lnTo>
                    <a:lnTo>
                      <a:pt x="627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1" name="Google Shape;2451;p38"/>
              <p:cNvSpPr/>
              <p:nvPr/>
            </p:nvSpPr>
            <p:spPr>
              <a:xfrm>
                <a:off x="4185596" y="1158759"/>
                <a:ext cx="211458" cy="163340"/>
              </a:xfrm>
              <a:custGeom>
                <a:rect b="b" l="l" r="r" t="t"/>
                <a:pathLst>
                  <a:path extrusionOk="0" h="4844" w="6271">
                    <a:moveTo>
                      <a:pt x="1" y="1"/>
                    </a:moveTo>
                    <a:lnTo>
                      <a:pt x="1" y="4844"/>
                    </a:lnTo>
                    <a:lnTo>
                      <a:pt x="6271" y="303"/>
                    </a:lnTo>
                    <a:lnTo>
                      <a:pt x="627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2" name="Google Shape;2452;p38"/>
              <p:cNvSpPr/>
              <p:nvPr/>
            </p:nvSpPr>
            <p:spPr>
              <a:xfrm>
                <a:off x="4353287" y="1034837"/>
                <a:ext cx="16084" cy="37935"/>
              </a:xfrm>
              <a:custGeom>
                <a:rect b="b" l="l" r="r" t="t"/>
                <a:pathLst>
                  <a:path extrusionOk="0" h="1125" w="477">
                    <a:moveTo>
                      <a:pt x="1" y="0"/>
                    </a:moveTo>
                    <a:lnTo>
                      <a:pt x="1" y="1124"/>
                    </a:lnTo>
                    <a:lnTo>
                      <a:pt x="476" y="1124"/>
                    </a:lnTo>
                    <a:lnTo>
                      <a:pt x="47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3" name="Google Shape;2453;p38"/>
              <p:cNvSpPr/>
              <p:nvPr/>
            </p:nvSpPr>
            <p:spPr>
              <a:xfrm>
                <a:off x="4306618" y="1034837"/>
                <a:ext cx="16826" cy="37935"/>
              </a:xfrm>
              <a:custGeom>
                <a:rect b="b" l="l" r="r" t="t"/>
                <a:pathLst>
                  <a:path extrusionOk="0" h="1125" w="499">
                    <a:moveTo>
                      <a:pt x="1" y="0"/>
                    </a:moveTo>
                    <a:lnTo>
                      <a:pt x="1" y="1124"/>
                    </a:lnTo>
                    <a:lnTo>
                      <a:pt x="498" y="1124"/>
                    </a:lnTo>
                    <a:lnTo>
                      <a:pt x="49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4" name="Google Shape;2454;p38"/>
              <p:cNvSpPr/>
              <p:nvPr/>
            </p:nvSpPr>
            <p:spPr>
              <a:xfrm>
                <a:off x="4259983" y="1034837"/>
                <a:ext cx="16793" cy="37935"/>
              </a:xfrm>
              <a:custGeom>
                <a:rect b="b" l="l" r="r" t="t"/>
                <a:pathLst>
                  <a:path extrusionOk="0" h="1125" w="498">
                    <a:moveTo>
                      <a:pt x="0" y="0"/>
                    </a:moveTo>
                    <a:lnTo>
                      <a:pt x="0" y="1124"/>
                    </a:lnTo>
                    <a:lnTo>
                      <a:pt x="497" y="1124"/>
                    </a:lnTo>
                    <a:lnTo>
                      <a:pt x="49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5" name="Google Shape;2455;p38"/>
              <p:cNvSpPr/>
              <p:nvPr/>
            </p:nvSpPr>
            <p:spPr>
              <a:xfrm>
                <a:off x="4213314" y="1034837"/>
                <a:ext cx="16793" cy="37935"/>
              </a:xfrm>
              <a:custGeom>
                <a:rect b="b" l="l" r="r" t="t"/>
                <a:pathLst>
                  <a:path extrusionOk="0" h="1125" w="498">
                    <a:moveTo>
                      <a:pt x="0" y="0"/>
                    </a:moveTo>
                    <a:lnTo>
                      <a:pt x="0" y="1124"/>
                    </a:lnTo>
                    <a:lnTo>
                      <a:pt x="498" y="1124"/>
                    </a:lnTo>
                    <a:lnTo>
                      <a:pt x="49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6" name="Google Shape;2456;p38"/>
              <p:cNvSpPr/>
              <p:nvPr/>
            </p:nvSpPr>
            <p:spPr>
              <a:xfrm>
                <a:off x="3264052" y="1758780"/>
                <a:ext cx="395940" cy="880733"/>
              </a:xfrm>
              <a:custGeom>
                <a:rect b="b" l="l" r="r" t="t"/>
                <a:pathLst>
                  <a:path extrusionOk="0" h="26119" w="11742">
                    <a:moveTo>
                      <a:pt x="11741" y="1"/>
                    </a:moveTo>
                    <a:lnTo>
                      <a:pt x="1" y="7373"/>
                    </a:lnTo>
                    <a:lnTo>
                      <a:pt x="1" y="26119"/>
                    </a:lnTo>
                    <a:lnTo>
                      <a:pt x="11741" y="26119"/>
                    </a:lnTo>
                    <a:lnTo>
                      <a:pt x="1174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7" name="Google Shape;2457;p38"/>
              <p:cNvSpPr/>
              <p:nvPr/>
            </p:nvSpPr>
            <p:spPr>
              <a:xfrm>
                <a:off x="3264052" y="1758780"/>
                <a:ext cx="395940" cy="390073"/>
              </a:xfrm>
              <a:custGeom>
                <a:rect b="b" l="l" r="r" t="t"/>
                <a:pathLst>
                  <a:path extrusionOk="0" h="11568" w="11742">
                    <a:moveTo>
                      <a:pt x="11741" y="1"/>
                    </a:moveTo>
                    <a:lnTo>
                      <a:pt x="1" y="7395"/>
                    </a:lnTo>
                    <a:lnTo>
                      <a:pt x="1" y="11568"/>
                    </a:lnTo>
                    <a:lnTo>
                      <a:pt x="11741" y="2703"/>
                    </a:lnTo>
                    <a:lnTo>
                      <a:pt x="11741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8" name="Google Shape;2458;p38"/>
              <p:cNvSpPr/>
              <p:nvPr/>
            </p:nvSpPr>
            <p:spPr>
              <a:xfrm>
                <a:off x="3659963" y="907981"/>
                <a:ext cx="2189372" cy="1730072"/>
              </a:xfrm>
              <a:custGeom>
                <a:rect b="b" l="l" r="r" t="t"/>
                <a:pathLst>
                  <a:path extrusionOk="0" h="51307" w="64928">
                    <a:moveTo>
                      <a:pt x="33015" y="0"/>
                    </a:moveTo>
                    <a:lnTo>
                      <a:pt x="0" y="23351"/>
                    </a:lnTo>
                    <a:lnTo>
                      <a:pt x="0" y="51307"/>
                    </a:lnTo>
                    <a:lnTo>
                      <a:pt x="64928" y="51307"/>
                    </a:lnTo>
                    <a:lnTo>
                      <a:pt x="64928" y="23351"/>
                    </a:lnTo>
                    <a:lnTo>
                      <a:pt x="3301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9" name="Google Shape;2459;p38"/>
              <p:cNvSpPr/>
              <p:nvPr/>
            </p:nvSpPr>
            <p:spPr>
              <a:xfrm>
                <a:off x="3659963" y="894122"/>
                <a:ext cx="2190114" cy="955827"/>
              </a:xfrm>
              <a:custGeom>
                <a:rect b="b" l="l" r="r" t="t"/>
                <a:pathLst>
                  <a:path extrusionOk="0" h="28346" w="64950">
                    <a:moveTo>
                      <a:pt x="32864" y="0"/>
                    </a:moveTo>
                    <a:lnTo>
                      <a:pt x="0" y="24821"/>
                    </a:lnTo>
                    <a:lnTo>
                      <a:pt x="0" y="28345"/>
                    </a:lnTo>
                    <a:lnTo>
                      <a:pt x="33383" y="3784"/>
                    </a:lnTo>
                    <a:lnTo>
                      <a:pt x="64949" y="27178"/>
                    </a:lnTo>
                    <a:lnTo>
                      <a:pt x="64949" y="23956"/>
                    </a:lnTo>
                    <a:lnTo>
                      <a:pt x="32864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0" name="Google Shape;2460;p38"/>
              <p:cNvSpPr/>
              <p:nvPr/>
            </p:nvSpPr>
            <p:spPr>
              <a:xfrm>
                <a:off x="3207200" y="883196"/>
                <a:ext cx="2729600" cy="1206603"/>
              </a:xfrm>
              <a:custGeom>
                <a:rect b="b" l="l" r="r" t="t"/>
                <a:pathLst>
                  <a:path extrusionOk="0" h="35783" w="80949">
                    <a:moveTo>
                      <a:pt x="46291" y="0"/>
                    </a:moveTo>
                    <a:lnTo>
                      <a:pt x="1" y="33556"/>
                    </a:lnTo>
                    <a:lnTo>
                      <a:pt x="1665" y="35783"/>
                    </a:lnTo>
                    <a:lnTo>
                      <a:pt x="46291" y="2443"/>
                    </a:lnTo>
                    <a:lnTo>
                      <a:pt x="79154" y="26983"/>
                    </a:lnTo>
                    <a:lnTo>
                      <a:pt x="80949" y="24864"/>
                    </a:lnTo>
                    <a:lnTo>
                      <a:pt x="462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1" name="Google Shape;2461;p38"/>
              <p:cNvSpPr/>
              <p:nvPr/>
            </p:nvSpPr>
            <p:spPr>
              <a:xfrm>
                <a:off x="3507581" y="1909713"/>
                <a:ext cx="152414" cy="7317"/>
              </a:xfrm>
              <a:custGeom>
                <a:rect b="b" l="l" r="r" t="t"/>
                <a:pathLst>
                  <a:path extrusionOk="0" h="217" w="4520">
                    <a:moveTo>
                      <a:pt x="0" y="0"/>
                    </a:moveTo>
                    <a:lnTo>
                      <a:pt x="0" y="216"/>
                    </a:lnTo>
                    <a:lnTo>
                      <a:pt x="4519" y="216"/>
                    </a:lnTo>
                    <a:lnTo>
                      <a:pt x="4519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2" name="Google Shape;2462;p38"/>
              <p:cNvSpPr/>
              <p:nvPr/>
            </p:nvSpPr>
            <p:spPr>
              <a:xfrm>
                <a:off x="3340631" y="2030735"/>
                <a:ext cx="319362" cy="7317"/>
              </a:xfrm>
              <a:custGeom>
                <a:rect b="b" l="l" r="r" t="t"/>
                <a:pathLst>
                  <a:path extrusionOk="0" h="217" w="9471">
                    <a:moveTo>
                      <a:pt x="0" y="0"/>
                    </a:moveTo>
                    <a:lnTo>
                      <a:pt x="0" y="217"/>
                    </a:lnTo>
                    <a:lnTo>
                      <a:pt x="9470" y="217"/>
                    </a:lnTo>
                    <a:lnTo>
                      <a:pt x="9470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3" name="Google Shape;2463;p38"/>
              <p:cNvSpPr/>
              <p:nvPr/>
            </p:nvSpPr>
            <p:spPr>
              <a:xfrm>
                <a:off x="3264052" y="2152499"/>
                <a:ext cx="395940" cy="7317"/>
              </a:xfrm>
              <a:custGeom>
                <a:rect b="b" l="l" r="r" t="t"/>
                <a:pathLst>
                  <a:path extrusionOk="0" h="217" w="11742">
                    <a:moveTo>
                      <a:pt x="1" y="0"/>
                    </a:moveTo>
                    <a:lnTo>
                      <a:pt x="1" y="216"/>
                    </a:lnTo>
                    <a:lnTo>
                      <a:pt x="11741" y="216"/>
                    </a:lnTo>
                    <a:lnTo>
                      <a:pt x="11741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4" name="Google Shape;2464;p38"/>
              <p:cNvSpPr/>
              <p:nvPr/>
            </p:nvSpPr>
            <p:spPr>
              <a:xfrm>
                <a:off x="3264052" y="2273522"/>
                <a:ext cx="395940" cy="7317"/>
              </a:xfrm>
              <a:custGeom>
                <a:rect b="b" l="l" r="r" t="t"/>
                <a:pathLst>
                  <a:path extrusionOk="0" h="217" w="11742">
                    <a:moveTo>
                      <a:pt x="1" y="0"/>
                    </a:moveTo>
                    <a:lnTo>
                      <a:pt x="1" y="216"/>
                    </a:lnTo>
                    <a:lnTo>
                      <a:pt x="11741" y="216"/>
                    </a:lnTo>
                    <a:lnTo>
                      <a:pt x="11741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5" name="Google Shape;2465;p38"/>
              <p:cNvSpPr/>
              <p:nvPr/>
            </p:nvSpPr>
            <p:spPr>
              <a:xfrm>
                <a:off x="3264052" y="2395252"/>
                <a:ext cx="395940" cy="7351"/>
              </a:xfrm>
              <a:custGeom>
                <a:rect b="b" l="l" r="r" t="t"/>
                <a:pathLst>
                  <a:path extrusionOk="0" h="218" w="11742">
                    <a:moveTo>
                      <a:pt x="1" y="1"/>
                    </a:moveTo>
                    <a:lnTo>
                      <a:pt x="1" y="217"/>
                    </a:lnTo>
                    <a:lnTo>
                      <a:pt x="11741" y="217"/>
                    </a:lnTo>
                    <a:lnTo>
                      <a:pt x="11741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6" name="Google Shape;2466;p38"/>
              <p:cNvSpPr/>
              <p:nvPr/>
            </p:nvSpPr>
            <p:spPr>
              <a:xfrm>
                <a:off x="3264052" y="2516275"/>
                <a:ext cx="395940" cy="7351"/>
              </a:xfrm>
              <a:custGeom>
                <a:rect b="b" l="l" r="r" t="t"/>
                <a:pathLst>
                  <a:path extrusionOk="0" h="218" w="11742">
                    <a:moveTo>
                      <a:pt x="1" y="1"/>
                    </a:moveTo>
                    <a:lnTo>
                      <a:pt x="1" y="217"/>
                    </a:lnTo>
                    <a:lnTo>
                      <a:pt x="11741" y="217"/>
                    </a:lnTo>
                    <a:lnTo>
                      <a:pt x="11741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7" name="Google Shape;2467;p38"/>
              <p:cNvSpPr/>
              <p:nvPr/>
            </p:nvSpPr>
            <p:spPr>
              <a:xfrm>
                <a:off x="3264052" y="2175800"/>
                <a:ext cx="238434" cy="241368"/>
              </a:xfrm>
              <a:custGeom>
                <a:rect b="b" l="l" r="r" t="t"/>
                <a:pathLst>
                  <a:path extrusionOk="0" h="7158" w="7071">
                    <a:moveTo>
                      <a:pt x="1" y="1"/>
                    </a:moveTo>
                    <a:lnTo>
                      <a:pt x="1" y="7157"/>
                    </a:lnTo>
                    <a:lnTo>
                      <a:pt x="7071" y="7157"/>
                    </a:lnTo>
                    <a:lnTo>
                      <a:pt x="707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8" name="Google Shape;2468;p38"/>
              <p:cNvSpPr/>
              <p:nvPr/>
            </p:nvSpPr>
            <p:spPr>
              <a:xfrm>
                <a:off x="3264052" y="2196235"/>
                <a:ext cx="217292" cy="200533"/>
              </a:xfrm>
              <a:custGeom>
                <a:rect b="b" l="l" r="r" t="t"/>
                <a:pathLst>
                  <a:path extrusionOk="0" h="5947" w="6444">
                    <a:moveTo>
                      <a:pt x="1" y="0"/>
                    </a:moveTo>
                    <a:lnTo>
                      <a:pt x="1" y="5946"/>
                    </a:lnTo>
                    <a:lnTo>
                      <a:pt x="6444" y="5946"/>
                    </a:lnTo>
                    <a:lnTo>
                      <a:pt x="64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9" name="Google Shape;2469;p38"/>
              <p:cNvSpPr/>
              <p:nvPr/>
            </p:nvSpPr>
            <p:spPr>
              <a:xfrm>
                <a:off x="3264052" y="2175800"/>
                <a:ext cx="257418" cy="261060"/>
              </a:xfrm>
              <a:custGeom>
                <a:rect b="b" l="l" r="r" t="t"/>
                <a:pathLst>
                  <a:path extrusionOk="0" h="7742" w="7634">
                    <a:moveTo>
                      <a:pt x="7071" y="1"/>
                    </a:moveTo>
                    <a:lnTo>
                      <a:pt x="7071" y="7157"/>
                    </a:lnTo>
                    <a:lnTo>
                      <a:pt x="1" y="7157"/>
                    </a:lnTo>
                    <a:lnTo>
                      <a:pt x="1" y="7741"/>
                    </a:lnTo>
                    <a:lnTo>
                      <a:pt x="7633" y="7741"/>
                    </a:lnTo>
                    <a:lnTo>
                      <a:pt x="7633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0" name="Google Shape;2470;p38"/>
              <p:cNvSpPr/>
              <p:nvPr/>
            </p:nvSpPr>
            <p:spPr>
              <a:xfrm>
                <a:off x="3234176" y="2603037"/>
                <a:ext cx="425816" cy="36485"/>
              </a:xfrm>
              <a:custGeom>
                <a:rect b="b" l="l" r="r" t="t"/>
                <a:pathLst>
                  <a:path extrusionOk="0" h="1082" w="12628">
                    <a:moveTo>
                      <a:pt x="1" y="1"/>
                    </a:moveTo>
                    <a:lnTo>
                      <a:pt x="1" y="1082"/>
                    </a:lnTo>
                    <a:lnTo>
                      <a:pt x="12627" y="1082"/>
                    </a:lnTo>
                    <a:lnTo>
                      <a:pt x="126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38"/>
              <p:cNvSpPr/>
              <p:nvPr/>
            </p:nvSpPr>
            <p:spPr>
              <a:xfrm>
                <a:off x="4766665" y="1372378"/>
                <a:ext cx="326646" cy="419983"/>
              </a:xfrm>
              <a:custGeom>
                <a:rect b="b" l="l" r="r" t="t"/>
                <a:pathLst>
                  <a:path extrusionOk="0" h="12455" w="9687">
                    <a:moveTo>
                      <a:pt x="1" y="1"/>
                    </a:moveTo>
                    <a:lnTo>
                      <a:pt x="1" y="12454"/>
                    </a:lnTo>
                    <a:lnTo>
                      <a:pt x="9687" y="12454"/>
                    </a:lnTo>
                    <a:lnTo>
                      <a:pt x="968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2" name="Google Shape;2472;p38"/>
              <p:cNvSpPr/>
              <p:nvPr/>
            </p:nvSpPr>
            <p:spPr>
              <a:xfrm>
                <a:off x="4942382" y="1391329"/>
                <a:ext cx="129788" cy="379148"/>
              </a:xfrm>
              <a:custGeom>
                <a:rect b="b" l="l" r="r" t="t"/>
                <a:pathLst>
                  <a:path extrusionOk="0" h="11244" w="3849">
                    <a:moveTo>
                      <a:pt x="0" y="1"/>
                    </a:moveTo>
                    <a:lnTo>
                      <a:pt x="0" y="11244"/>
                    </a:lnTo>
                    <a:lnTo>
                      <a:pt x="3849" y="11244"/>
                    </a:lnTo>
                    <a:lnTo>
                      <a:pt x="384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3" name="Google Shape;2473;p38"/>
              <p:cNvSpPr/>
              <p:nvPr/>
            </p:nvSpPr>
            <p:spPr>
              <a:xfrm>
                <a:off x="4788549" y="1391329"/>
                <a:ext cx="129788" cy="379148"/>
              </a:xfrm>
              <a:custGeom>
                <a:rect b="b" l="l" r="r" t="t"/>
                <a:pathLst>
                  <a:path extrusionOk="0" h="11244" w="3849">
                    <a:moveTo>
                      <a:pt x="0" y="1"/>
                    </a:moveTo>
                    <a:lnTo>
                      <a:pt x="0" y="11244"/>
                    </a:lnTo>
                    <a:lnTo>
                      <a:pt x="3849" y="11244"/>
                    </a:lnTo>
                    <a:lnTo>
                      <a:pt x="384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4" name="Google Shape;2474;p38"/>
              <p:cNvSpPr/>
              <p:nvPr/>
            </p:nvSpPr>
            <p:spPr>
              <a:xfrm>
                <a:off x="4441500" y="1372378"/>
                <a:ext cx="326646" cy="419983"/>
              </a:xfrm>
              <a:custGeom>
                <a:rect b="b" l="l" r="r" t="t"/>
                <a:pathLst>
                  <a:path extrusionOk="0" h="12455" w="9687">
                    <a:moveTo>
                      <a:pt x="1" y="1"/>
                    </a:moveTo>
                    <a:lnTo>
                      <a:pt x="1" y="12454"/>
                    </a:lnTo>
                    <a:lnTo>
                      <a:pt x="9687" y="12454"/>
                    </a:lnTo>
                    <a:lnTo>
                      <a:pt x="968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5" name="Google Shape;2475;p38"/>
              <p:cNvSpPr/>
              <p:nvPr/>
            </p:nvSpPr>
            <p:spPr>
              <a:xfrm>
                <a:off x="4617216" y="1391329"/>
                <a:ext cx="129788" cy="379148"/>
              </a:xfrm>
              <a:custGeom>
                <a:rect b="b" l="l" r="r" t="t"/>
                <a:pathLst>
                  <a:path extrusionOk="0" h="11244" w="3849">
                    <a:moveTo>
                      <a:pt x="0" y="1"/>
                    </a:moveTo>
                    <a:lnTo>
                      <a:pt x="0" y="11244"/>
                    </a:lnTo>
                    <a:lnTo>
                      <a:pt x="3849" y="11244"/>
                    </a:lnTo>
                    <a:lnTo>
                      <a:pt x="384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6" name="Google Shape;2476;p38"/>
              <p:cNvSpPr/>
              <p:nvPr/>
            </p:nvSpPr>
            <p:spPr>
              <a:xfrm>
                <a:off x="4463384" y="1391329"/>
                <a:ext cx="129788" cy="379148"/>
              </a:xfrm>
              <a:custGeom>
                <a:rect b="b" l="l" r="r" t="t"/>
                <a:pathLst>
                  <a:path extrusionOk="0" h="11244" w="3849">
                    <a:moveTo>
                      <a:pt x="0" y="1"/>
                    </a:moveTo>
                    <a:lnTo>
                      <a:pt x="0" y="11244"/>
                    </a:lnTo>
                    <a:lnTo>
                      <a:pt x="3849" y="11244"/>
                    </a:lnTo>
                    <a:lnTo>
                      <a:pt x="384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7" name="Google Shape;2477;p38"/>
              <p:cNvSpPr/>
              <p:nvPr/>
            </p:nvSpPr>
            <p:spPr>
              <a:xfrm>
                <a:off x="4449525" y="1467166"/>
                <a:ext cx="631407" cy="10251"/>
              </a:xfrm>
              <a:custGeom>
                <a:rect b="b" l="l" r="r" t="t"/>
                <a:pathLst>
                  <a:path extrusionOk="0" h="304" w="18725">
                    <a:moveTo>
                      <a:pt x="0" y="0"/>
                    </a:moveTo>
                    <a:lnTo>
                      <a:pt x="0" y="303"/>
                    </a:lnTo>
                    <a:lnTo>
                      <a:pt x="18724" y="303"/>
                    </a:lnTo>
                    <a:lnTo>
                      <a:pt x="1872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8" name="Google Shape;2478;p38"/>
              <p:cNvSpPr/>
              <p:nvPr/>
            </p:nvSpPr>
            <p:spPr>
              <a:xfrm>
                <a:off x="5093280" y="1372378"/>
                <a:ext cx="12443" cy="419983"/>
              </a:xfrm>
              <a:custGeom>
                <a:rect b="b" l="l" r="r" t="t"/>
                <a:pathLst>
                  <a:path extrusionOk="0" h="12455" w="369">
                    <a:moveTo>
                      <a:pt x="1" y="1"/>
                    </a:moveTo>
                    <a:lnTo>
                      <a:pt x="1" y="12454"/>
                    </a:lnTo>
                    <a:lnTo>
                      <a:pt x="368" y="12454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rgbClr val="98B6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9" name="Google Shape;2479;p38"/>
              <p:cNvSpPr/>
              <p:nvPr/>
            </p:nvSpPr>
            <p:spPr>
              <a:xfrm>
                <a:off x="5435946" y="1974591"/>
                <a:ext cx="193957" cy="3675"/>
              </a:xfrm>
              <a:custGeom>
                <a:rect b="b" l="l" r="r" t="t"/>
                <a:pathLst>
                  <a:path extrusionOk="0" h="109" w="5752">
                    <a:moveTo>
                      <a:pt x="0" y="1"/>
                    </a:moveTo>
                    <a:lnTo>
                      <a:pt x="0" y="109"/>
                    </a:lnTo>
                    <a:lnTo>
                      <a:pt x="5752" y="109"/>
                    </a:lnTo>
                    <a:lnTo>
                      <a:pt x="5752" y="1"/>
                    </a:lnTo>
                    <a:close/>
                  </a:path>
                </a:pathLst>
              </a:custGeom>
              <a:solidFill>
                <a:srgbClr val="F23D4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0" name="Google Shape;2480;p38"/>
              <p:cNvSpPr/>
              <p:nvPr/>
            </p:nvSpPr>
            <p:spPr>
              <a:xfrm>
                <a:off x="4863645" y="2121139"/>
                <a:ext cx="572330" cy="516928"/>
              </a:xfrm>
              <a:custGeom>
                <a:rect b="b" l="l" r="r" t="t"/>
                <a:pathLst>
                  <a:path extrusionOk="0" h="15330" w="16973">
                    <a:moveTo>
                      <a:pt x="0" y="0"/>
                    </a:moveTo>
                    <a:lnTo>
                      <a:pt x="0" y="15330"/>
                    </a:lnTo>
                    <a:lnTo>
                      <a:pt x="16972" y="15330"/>
                    </a:lnTo>
                    <a:lnTo>
                      <a:pt x="169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1" name="Google Shape;2481;p38"/>
              <p:cNvSpPr/>
              <p:nvPr/>
            </p:nvSpPr>
            <p:spPr>
              <a:xfrm>
                <a:off x="3891790" y="1974591"/>
                <a:ext cx="193957" cy="3675"/>
              </a:xfrm>
              <a:custGeom>
                <a:rect b="b" l="l" r="r" t="t"/>
                <a:pathLst>
                  <a:path extrusionOk="0" h="109" w="5752">
                    <a:moveTo>
                      <a:pt x="1" y="1"/>
                    </a:moveTo>
                    <a:lnTo>
                      <a:pt x="1" y="109"/>
                    </a:lnTo>
                    <a:lnTo>
                      <a:pt x="5752" y="109"/>
                    </a:lnTo>
                    <a:lnTo>
                      <a:pt x="5752" y="1"/>
                    </a:lnTo>
                    <a:close/>
                  </a:path>
                </a:pathLst>
              </a:custGeom>
              <a:solidFill>
                <a:srgbClr val="F23D4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2" name="Google Shape;2482;p38"/>
              <p:cNvSpPr/>
              <p:nvPr/>
            </p:nvSpPr>
            <p:spPr>
              <a:xfrm>
                <a:off x="5629872" y="1978232"/>
                <a:ext cx="35777" cy="75128"/>
              </a:xfrm>
              <a:custGeom>
                <a:rect b="b" l="l" r="r" t="t"/>
                <a:pathLst>
                  <a:path extrusionOk="0" h="2228" w="1061">
                    <a:moveTo>
                      <a:pt x="1" y="1"/>
                    </a:moveTo>
                    <a:lnTo>
                      <a:pt x="1" y="2206"/>
                    </a:lnTo>
                    <a:lnTo>
                      <a:pt x="1060" y="2228"/>
                    </a:lnTo>
                    <a:lnTo>
                      <a:pt x="1060" y="1"/>
                    </a:lnTo>
                    <a:close/>
                  </a:path>
                </a:pathLst>
              </a:custGeom>
              <a:solidFill>
                <a:srgbClr val="98B6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3" name="Google Shape;2483;p38"/>
              <p:cNvSpPr/>
              <p:nvPr/>
            </p:nvSpPr>
            <p:spPr>
              <a:xfrm>
                <a:off x="3856081" y="1978232"/>
                <a:ext cx="35743" cy="24110"/>
              </a:xfrm>
              <a:custGeom>
                <a:rect b="b" l="l" r="r" t="t"/>
                <a:pathLst>
                  <a:path extrusionOk="0" h="715" w="1060">
                    <a:moveTo>
                      <a:pt x="0" y="1"/>
                    </a:moveTo>
                    <a:lnTo>
                      <a:pt x="0" y="671"/>
                    </a:lnTo>
                    <a:lnTo>
                      <a:pt x="1060" y="714"/>
                    </a:lnTo>
                    <a:lnTo>
                      <a:pt x="1060" y="1"/>
                    </a:lnTo>
                    <a:close/>
                  </a:path>
                </a:pathLst>
              </a:custGeom>
              <a:solidFill>
                <a:srgbClr val="98B6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4" name="Google Shape;2484;p38"/>
              <p:cNvSpPr/>
              <p:nvPr/>
            </p:nvSpPr>
            <p:spPr>
              <a:xfrm>
                <a:off x="4863645" y="1978232"/>
                <a:ext cx="572330" cy="68553"/>
              </a:xfrm>
              <a:custGeom>
                <a:rect b="b" l="l" r="r" t="t"/>
                <a:pathLst>
                  <a:path extrusionOk="0" h="2033" w="16973">
                    <a:moveTo>
                      <a:pt x="0" y="1"/>
                    </a:moveTo>
                    <a:lnTo>
                      <a:pt x="0" y="1536"/>
                    </a:lnTo>
                    <a:lnTo>
                      <a:pt x="16972" y="2033"/>
                    </a:lnTo>
                    <a:lnTo>
                      <a:pt x="1697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5" name="Google Shape;2485;p38"/>
              <p:cNvSpPr/>
              <p:nvPr/>
            </p:nvSpPr>
            <p:spPr>
              <a:xfrm>
                <a:off x="4085716" y="1978232"/>
                <a:ext cx="583997" cy="46702"/>
              </a:xfrm>
              <a:custGeom>
                <a:rect b="b" l="l" r="r" t="t"/>
                <a:pathLst>
                  <a:path extrusionOk="0" h="1385" w="17319">
                    <a:moveTo>
                      <a:pt x="1" y="1"/>
                    </a:moveTo>
                    <a:lnTo>
                      <a:pt x="1" y="865"/>
                    </a:lnTo>
                    <a:lnTo>
                      <a:pt x="17319" y="1384"/>
                    </a:lnTo>
                    <a:lnTo>
                      <a:pt x="17319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6" name="Google Shape;2486;p38"/>
              <p:cNvSpPr/>
              <p:nvPr/>
            </p:nvSpPr>
            <p:spPr>
              <a:xfrm>
                <a:off x="5435946" y="1978232"/>
                <a:ext cx="207816" cy="659833"/>
              </a:xfrm>
              <a:custGeom>
                <a:rect b="b" l="l" r="r" t="t"/>
                <a:pathLst>
                  <a:path extrusionOk="0" h="19568" w="6163">
                    <a:moveTo>
                      <a:pt x="0" y="1"/>
                    </a:moveTo>
                    <a:lnTo>
                      <a:pt x="0" y="2033"/>
                    </a:lnTo>
                    <a:lnTo>
                      <a:pt x="0" y="19568"/>
                    </a:lnTo>
                    <a:lnTo>
                      <a:pt x="6162" y="19568"/>
                    </a:lnTo>
                    <a:lnTo>
                      <a:pt x="5752" y="2206"/>
                    </a:lnTo>
                    <a:lnTo>
                      <a:pt x="575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7" name="Google Shape;2487;p38"/>
              <p:cNvSpPr/>
              <p:nvPr/>
            </p:nvSpPr>
            <p:spPr>
              <a:xfrm>
                <a:off x="3874290" y="1978232"/>
                <a:ext cx="211458" cy="659833"/>
              </a:xfrm>
              <a:custGeom>
                <a:rect b="b" l="l" r="r" t="t"/>
                <a:pathLst>
                  <a:path extrusionOk="0" h="19568" w="6271">
                    <a:moveTo>
                      <a:pt x="520" y="1"/>
                    </a:moveTo>
                    <a:lnTo>
                      <a:pt x="520" y="714"/>
                    </a:lnTo>
                    <a:lnTo>
                      <a:pt x="1" y="19568"/>
                    </a:lnTo>
                    <a:lnTo>
                      <a:pt x="6271" y="19568"/>
                    </a:lnTo>
                    <a:lnTo>
                      <a:pt x="6271" y="865"/>
                    </a:lnTo>
                    <a:lnTo>
                      <a:pt x="627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8" name="Google Shape;2488;p38"/>
              <p:cNvSpPr/>
              <p:nvPr/>
            </p:nvSpPr>
            <p:spPr>
              <a:xfrm>
                <a:off x="4669685" y="1978232"/>
                <a:ext cx="193991" cy="659833"/>
              </a:xfrm>
              <a:custGeom>
                <a:rect b="b" l="l" r="r" t="t"/>
                <a:pathLst>
                  <a:path extrusionOk="0" h="19568" w="5753">
                    <a:moveTo>
                      <a:pt x="1" y="1"/>
                    </a:moveTo>
                    <a:lnTo>
                      <a:pt x="1" y="1363"/>
                    </a:lnTo>
                    <a:lnTo>
                      <a:pt x="1" y="19568"/>
                    </a:lnTo>
                    <a:lnTo>
                      <a:pt x="5752" y="19568"/>
                    </a:lnTo>
                    <a:lnTo>
                      <a:pt x="5752" y="1536"/>
                    </a:lnTo>
                    <a:lnTo>
                      <a:pt x="575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9" name="Google Shape;2489;p38"/>
              <p:cNvSpPr/>
              <p:nvPr/>
            </p:nvSpPr>
            <p:spPr>
              <a:xfrm>
                <a:off x="5435946" y="1978232"/>
                <a:ext cx="193957" cy="23368"/>
              </a:xfrm>
              <a:custGeom>
                <a:rect b="b" l="l" r="r" t="t"/>
                <a:pathLst>
                  <a:path extrusionOk="0" h="693" w="5752">
                    <a:moveTo>
                      <a:pt x="0" y="1"/>
                    </a:moveTo>
                    <a:lnTo>
                      <a:pt x="0" y="65"/>
                    </a:lnTo>
                    <a:lnTo>
                      <a:pt x="0" y="693"/>
                    </a:lnTo>
                    <a:lnTo>
                      <a:pt x="5752" y="693"/>
                    </a:lnTo>
                    <a:lnTo>
                      <a:pt x="5752" y="87"/>
                    </a:lnTo>
                    <a:lnTo>
                      <a:pt x="575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0" name="Google Shape;2490;p38"/>
              <p:cNvSpPr/>
              <p:nvPr/>
            </p:nvSpPr>
            <p:spPr>
              <a:xfrm>
                <a:off x="3891790" y="1978232"/>
                <a:ext cx="193957" cy="23368"/>
              </a:xfrm>
              <a:custGeom>
                <a:rect b="b" l="l" r="r" t="t"/>
                <a:pathLst>
                  <a:path extrusionOk="0" h="693" w="5752">
                    <a:moveTo>
                      <a:pt x="1" y="1"/>
                    </a:moveTo>
                    <a:lnTo>
                      <a:pt x="1" y="22"/>
                    </a:lnTo>
                    <a:lnTo>
                      <a:pt x="1" y="693"/>
                    </a:lnTo>
                    <a:lnTo>
                      <a:pt x="5752" y="693"/>
                    </a:lnTo>
                    <a:lnTo>
                      <a:pt x="5752" y="44"/>
                    </a:lnTo>
                    <a:lnTo>
                      <a:pt x="575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1" name="Google Shape;2491;p38"/>
              <p:cNvSpPr/>
              <p:nvPr/>
            </p:nvSpPr>
            <p:spPr>
              <a:xfrm>
                <a:off x="4669685" y="1978232"/>
                <a:ext cx="193991" cy="23368"/>
              </a:xfrm>
              <a:custGeom>
                <a:rect b="b" l="l" r="r" t="t"/>
                <a:pathLst>
                  <a:path extrusionOk="0" h="693" w="5753">
                    <a:moveTo>
                      <a:pt x="1" y="1"/>
                    </a:moveTo>
                    <a:lnTo>
                      <a:pt x="1" y="44"/>
                    </a:lnTo>
                    <a:lnTo>
                      <a:pt x="1" y="693"/>
                    </a:lnTo>
                    <a:lnTo>
                      <a:pt x="5752" y="693"/>
                    </a:lnTo>
                    <a:lnTo>
                      <a:pt x="5752" y="65"/>
                    </a:lnTo>
                    <a:lnTo>
                      <a:pt x="575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2" name="Google Shape;2492;p38"/>
              <p:cNvSpPr/>
              <p:nvPr/>
            </p:nvSpPr>
            <p:spPr>
              <a:xfrm>
                <a:off x="4085716" y="2584087"/>
                <a:ext cx="583997" cy="53986"/>
              </a:xfrm>
              <a:custGeom>
                <a:rect b="b" l="l" r="r" t="t"/>
                <a:pathLst>
                  <a:path extrusionOk="0" h="1601" w="17319">
                    <a:moveTo>
                      <a:pt x="1" y="1"/>
                    </a:moveTo>
                    <a:lnTo>
                      <a:pt x="1" y="1601"/>
                    </a:lnTo>
                    <a:lnTo>
                      <a:pt x="17319" y="1601"/>
                    </a:lnTo>
                    <a:lnTo>
                      <a:pt x="17319" y="1"/>
                    </a:lnTo>
                    <a:close/>
                  </a:path>
                </a:pathLst>
              </a:custGeom>
              <a:solidFill>
                <a:srgbClr val="79BD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3" name="Google Shape;2493;p38"/>
              <p:cNvSpPr/>
              <p:nvPr/>
            </p:nvSpPr>
            <p:spPr>
              <a:xfrm>
                <a:off x="4085716" y="2584087"/>
                <a:ext cx="583997" cy="53986"/>
              </a:xfrm>
              <a:custGeom>
                <a:rect b="b" l="l" r="r" t="t"/>
                <a:pathLst>
                  <a:path extrusionOk="0" h="1601" w="17319">
                    <a:moveTo>
                      <a:pt x="1" y="1"/>
                    </a:moveTo>
                    <a:lnTo>
                      <a:pt x="1" y="1601"/>
                    </a:lnTo>
                    <a:lnTo>
                      <a:pt x="17319" y="1601"/>
                    </a:lnTo>
                    <a:lnTo>
                      <a:pt x="173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4" name="Google Shape;2494;p38"/>
              <p:cNvSpPr/>
              <p:nvPr/>
            </p:nvSpPr>
            <p:spPr>
              <a:xfrm>
                <a:off x="4137477" y="2530876"/>
                <a:ext cx="480476" cy="53244"/>
              </a:xfrm>
              <a:custGeom>
                <a:rect b="b" l="l" r="r" t="t"/>
                <a:pathLst>
                  <a:path extrusionOk="0" h="1579" w="14249">
                    <a:moveTo>
                      <a:pt x="1" y="0"/>
                    </a:moveTo>
                    <a:lnTo>
                      <a:pt x="1" y="1579"/>
                    </a:lnTo>
                    <a:lnTo>
                      <a:pt x="14249" y="1579"/>
                    </a:lnTo>
                    <a:lnTo>
                      <a:pt x="142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5" name="Google Shape;2495;p38"/>
              <p:cNvSpPr/>
              <p:nvPr/>
            </p:nvSpPr>
            <p:spPr>
              <a:xfrm>
                <a:off x="4137477" y="2575353"/>
                <a:ext cx="480476" cy="8767"/>
              </a:xfrm>
              <a:custGeom>
                <a:rect b="b" l="l" r="r" t="t"/>
                <a:pathLst>
                  <a:path extrusionOk="0" h="260" w="14249">
                    <a:moveTo>
                      <a:pt x="1" y="0"/>
                    </a:moveTo>
                    <a:lnTo>
                      <a:pt x="1" y="260"/>
                    </a:lnTo>
                    <a:lnTo>
                      <a:pt x="14249" y="260"/>
                    </a:lnTo>
                    <a:lnTo>
                      <a:pt x="14249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6" name="Google Shape;2496;p38"/>
              <p:cNvSpPr/>
              <p:nvPr/>
            </p:nvSpPr>
            <p:spPr>
              <a:xfrm>
                <a:off x="4252666" y="2089779"/>
                <a:ext cx="250101" cy="441125"/>
              </a:xfrm>
              <a:custGeom>
                <a:rect b="b" l="l" r="r" t="t"/>
                <a:pathLst>
                  <a:path extrusionOk="0" h="13082" w="7417">
                    <a:moveTo>
                      <a:pt x="1" y="1"/>
                    </a:moveTo>
                    <a:lnTo>
                      <a:pt x="1" y="13081"/>
                    </a:lnTo>
                    <a:lnTo>
                      <a:pt x="7417" y="13081"/>
                    </a:lnTo>
                    <a:lnTo>
                      <a:pt x="74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7" name="Google Shape;2497;p38"/>
              <p:cNvSpPr/>
              <p:nvPr/>
            </p:nvSpPr>
            <p:spPr>
              <a:xfrm>
                <a:off x="4248316" y="2089779"/>
                <a:ext cx="258835" cy="17534"/>
              </a:xfrm>
              <a:custGeom>
                <a:rect b="b" l="l" r="r" t="t"/>
                <a:pathLst>
                  <a:path extrusionOk="0" h="520" w="7676">
                    <a:moveTo>
                      <a:pt x="0" y="1"/>
                    </a:moveTo>
                    <a:lnTo>
                      <a:pt x="0" y="195"/>
                    </a:lnTo>
                    <a:lnTo>
                      <a:pt x="7676" y="520"/>
                    </a:lnTo>
                    <a:lnTo>
                      <a:pt x="7676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8" name="Google Shape;2498;p38"/>
              <p:cNvSpPr/>
              <p:nvPr/>
            </p:nvSpPr>
            <p:spPr>
              <a:xfrm>
                <a:off x="4502736" y="2078854"/>
                <a:ext cx="11701" cy="452050"/>
              </a:xfrm>
              <a:custGeom>
                <a:rect b="b" l="l" r="r" t="t"/>
                <a:pathLst>
                  <a:path extrusionOk="0" h="13406" w="347">
                    <a:moveTo>
                      <a:pt x="1" y="0"/>
                    </a:moveTo>
                    <a:lnTo>
                      <a:pt x="1" y="13405"/>
                    </a:lnTo>
                    <a:lnTo>
                      <a:pt x="347" y="13405"/>
                    </a:lnTo>
                    <a:lnTo>
                      <a:pt x="347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9" name="Google Shape;2499;p38"/>
              <p:cNvSpPr/>
              <p:nvPr/>
            </p:nvSpPr>
            <p:spPr>
              <a:xfrm>
                <a:off x="4240998" y="2078854"/>
                <a:ext cx="11701" cy="452050"/>
              </a:xfrm>
              <a:custGeom>
                <a:rect b="b" l="l" r="r" t="t"/>
                <a:pathLst>
                  <a:path extrusionOk="0" h="13406" w="347">
                    <a:moveTo>
                      <a:pt x="1" y="0"/>
                    </a:moveTo>
                    <a:lnTo>
                      <a:pt x="1" y="13405"/>
                    </a:lnTo>
                    <a:lnTo>
                      <a:pt x="347" y="13405"/>
                    </a:lnTo>
                    <a:lnTo>
                      <a:pt x="347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0" name="Google Shape;2500;p38"/>
              <p:cNvSpPr/>
              <p:nvPr/>
            </p:nvSpPr>
            <p:spPr>
              <a:xfrm>
                <a:off x="4291309" y="2398186"/>
                <a:ext cx="172815" cy="101362"/>
              </a:xfrm>
              <a:custGeom>
                <a:rect b="b" l="l" r="r" t="t"/>
                <a:pathLst>
                  <a:path extrusionOk="0" h="3006" w="5125">
                    <a:moveTo>
                      <a:pt x="1" y="0"/>
                    </a:moveTo>
                    <a:lnTo>
                      <a:pt x="1" y="3006"/>
                    </a:lnTo>
                    <a:lnTo>
                      <a:pt x="5125" y="3006"/>
                    </a:lnTo>
                    <a:lnTo>
                      <a:pt x="51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1" name="Google Shape;2501;p38"/>
              <p:cNvSpPr/>
              <p:nvPr/>
            </p:nvSpPr>
            <p:spPr>
              <a:xfrm>
                <a:off x="4291309" y="2121139"/>
                <a:ext cx="172815" cy="256643"/>
              </a:xfrm>
              <a:custGeom>
                <a:rect b="b" l="l" r="r" t="t"/>
                <a:pathLst>
                  <a:path extrusionOk="0" h="7611" w="5125">
                    <a:moveTo>
                      <a:pt x="2552" y="0"/>
                    </a:moveTo>
                    <a:lnTo>
                      <a:pt x="2314" y="22"/>
                    </a:lnTo>
                    <a:lnTo>
                      <a:pt x="2055" y="65"/>
                    </a:lnTo>
                    <a:lnTo>
                      <a:pt x="1817" y="130"/>
                    </a:lnTo>
                    <a:lnTo>
                      <a:pt x="1601" y="238"/>
                    </a:lnTo>
                    <a:lnTo>
                      <a:pt x="1384" y="368"/>
                    </a:lnTo>
                    <a:lnTo>
                      <a:pt x="1190" y="498"/>
                    </a:lnTo>
                    <a:lnTo>
                      <a:pt x="1017" y="671"/>
                    </a:lnTo>
                    <a:lnTo>
                      <a:pt x="866" y="865"/>
                    </a:lnTo>
                    <a:lnTo>
                      <a:pt x="1" y="865"/>
                    </a:lnTo>
                    <a:lnTo>
                      <a:pt x="1" y="7611"/>
                    </a:lnTo>
                    <a:lnTo>
                      <a:pt x="5125" y="7611"/>
                    </a:lnTo>
                    <a:lnTo>
                      <a:pt x="5125" y="865"/>
                    </a:lnTo>
                    <a:lnTo>
                      <a:pt x="4260" y="865"/>
                    </a:lnTo>
                    <a:lnTo>
                      <a:pt x="4109" y="671"/>
                    </a:lnTo>
                    <a:lnTo>
                      <a:pt x="3936" y="498"/>
                    </a:lnTo>
                    <a:lnTo>
                      <a:pt x="3741" y="368"/>
                    </a:lnTo>
                    <a:lnTo>
                      <a:pt x="3525" y="238"/>
                    </a:lnTo>
                    <a:lnTo>
                      <a:pt x="3309" y="130"/>
                    </a:lnTo>
                    <a:lnTo>
                      <a:pt x="3071" y="65"/>
                    </a:lnTo>
                    <a:lnTo>
                      <a:pt x="2811" y="22"/>
                    </a:lnTo>
                    <a:lnTo>
                      <a:pt x="255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2" name="Google Shape;2502;p38"/>
              <p:cNvSpPr/>
              <p:nvPr/>
            </p:nvSpPr>
            <p:spPr>
              <a:xfrm>
                <a:off x="4204547" y="2064995"/>
                <a:ext cx="346338" cy="24818"/>
              </a:xfrm>
              <a:custGeom>
                <a:rect b="b" l="l" r="r" t="t"/>
                <a:pathLst>
                  <a:path extrusionOk="0" h="736" w="10271">
                    <a:moveTo>
                      <a:pt x="1" y="1"/>
                    </a:moveTo>
                    <a:lnTo>
                      <a:pt x="1" y="736"/>
                    </a:lnTo>
                    <a:lnTo>
                      <a:pt x="10271" y="736"/>
                    </a:lnTo>
                    <a:lnTo>
                      <a:pt x="10271" y="1"/>
                    </a:lnTo>
                    <a:close/>
                  </a:path>
                </a:pathLst>
              </a:custGeom>
              <a:solidFill>
                <a:srgbClr val="0F355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3" name="Google Shape;2503;p38"/>
              <p:cNvSpPr/>
              <p:nvPr/>
            </p:nvSpPr>
            <p:spPr>
              <a:xfrm>
                <a:off x="4863645" y="2145182"/>
                <a:ext cx="572330" cy="7351"/>
              </a:xfrm>
              <a:custGeom>
                <a:rect b="b" l="l" r="r" t="t"/>
                <a:pathLst>
                  <a:path extrusionOk="0" h="218" w="16973">
                    <a:moveTo>
                      <a:pt x="0" y="1"/>
                    </a:moveTo>
                    <a:lnTo>
                      <a:pt x="0" y="217"/>
                    </a:lnTo>
                    <a:lnTo>
                      <a:pt x="16972" y="217"/>
                    </a:lnTo>
                    <a:lnTo>
                      <a:pt x="1697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4" name="Google Shape;2504;p38"/>
              <p:cNvSpPr/>
              <p:nvPr/>
            </p:nvSpPr>
            <p:spPr>
              <a:xfrm>
                <a:off x="4863645" y="2175800"/>
                <a:ext cx="572330" cy="7351"/>
              </a:xfrm>
              <a:custGeom>
                <a:rect b="b" l="l" r="r" t="t"/>
                <a:pathLst>
                  <a:path extrusionOk="0" h="218" w="16973">
                    <a:moveTo>
                      <a:pt x="0" y="1"/>
                    </a:moveTo>
                    <a:lnTo>
                      <a:pt x="0" y="217"/>
                    </a:lnTo>
                    <a:lnTo>
                      <a:pt x="16972" y="217"/>
                    </a:lnTo>
                    <a:lnTo>
                      <a:pt x="1697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38"/>
              <p:cNvSpPr/>
              <p:nvPr/>
            </p:nvSpPr>
            <p:spPr>
              <a:xfrm>
                <a:off x="4863645" y="2206418"/>
                <a:ext cx="572330" cy="7351"/>
              </a:xfrm>
              <a:custGeom>
                <a:rect b="b" l="l" r="r" t="t"/>
                <a:pathLst>
                  <a:path extrusionOk="0" h="218" w="16973">
                    <a:moveTo>
                      <a:pt x="0" y="1"/>
                    </a:moveTo>
                    <a:lnTo>
                      <a:pt x="0" y="217"/>
                    </a:lnTo>
                    <a:lnTo>
                      <a:pt x="16972" y="217"/>
                    </a:lnTo>
                    <a:lnTo>
                      <a:pt x="1697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38"/>
              <p:cNvSpPr/>
              <p:nvPr/>
            </p:nvSpPr>
            <p:spPr>
              <a:xfrm>
                <a:off x="4863645" y="2237070"/>
                <a:ext cx="572330" cy="7317"/>
              </a:xfrm>
              <a:custGeom>
                <a:rect b="b" l="l" r="r" t="t"/>
                <a:pathLst>
                  <a:path extrusionOk="0" h="217" w="16973">
                    <a:moveTo>
                      <a:pt x="0" y="0"/>
                    </a:moveTo>
                    <a:lnTo>
                      <a:pt x="0" y="216"/>
                    </a:lnTo>
                    <a:lnTo>
                      <a:pt x="16972" y="216"/>
                    </a:lnTo>
                    <a:lnTo>
                      <a:pt x="16972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38"/>
              <p:cNvSpPr/>
              <p:nvPr/>
            </p:nvSpPr>
            <p:spPr>
              <a:xfrm>
                <a:off x="4863645" y="2267688"/>
                <a:ext cx="572330" cy="7317"/>
              </a:xfrm>
              <a:custGeom>
                <a:rect b="b" l="l" r="r" t="t"/>
                <a:pathLst>
                  <a:path extrusionOk="0" h="217" w="16973">
                    <a:moveTo>
                      <a:pt x="0" y="0"/>
                    </a:moveTo>
                    <a:lnTo>
                      <a:pt x="0" y="216"/>
                    </a:lnTo>
                    <a:lnTo>
                      <a:pt x="16972" y="216"/>
                    </a:lnTo>
                    <a:lnTo>
                      <a:pt x="16972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38"/>
              <p:cNvSpPr/>
              <p:nvPr/>
            </p:nvSpPr>
            <p:spPr>
              <a:xfrm>
                <a:off x="4863645" y="2298306"/>
                <a:ext cx="572330" cy="7317"/>
              </a:xfrm>
              <a:custGeom>
                <a:rect b="b" l="l" r="r" t="t"/>
                <a:pathLst>
                  <a:path extrusionOk="0" h="217" w="16973">
                    <a:moveTo>
                      <a:pt x="0" y="0"/>
                    </a:moveTo>
                    <a:lnTo>
                      <a:pt x="0" y="216"/>
                    </a:lnTo>
                    <a:lnTo>
                      <a:pt x="16972" y="216"/>
                    </a:lnTo>
                    <a:lnTo>
                      <a:pt x="16972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38"/>
              <p:cNvSpPr/>
              <p:nvPr/>
            </p:nvSpPr>
            <p:spPr>
              <a:xfrm>
                <a:off x="4863645" y="2328924"/>
                <a:ext cx="572330" cy="7317"/>
              </a:xfrm>
              <a:custGeom>
                <a:rect b="b" l="l" r="r" t="t"/>
                <a:pathLst>
                  <a:path extrusionOk="0" h="217" w="16973">
                    <a:moveTo>
                      <a:pt x="0" y="0"/>
                    </a:moveTo>
                    <a:lnTo>
                      <a:pt x="0" y="217"/>
                    </a:lnTo>
                    <a:lnTo>
                      <a:pt x="16972" y="217"/>
                    </a:lnTo>
                    <a:lnTo>
                      <a:pt x="16972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0" name="Google Shape;2510;p38"/>
              <p:cNvSpPr/>
              <p:nvPr/>
            </p:nvSpPr>
            <p:spPr>
              <a:xfrm>
                <a:off x="4863645" y="2359543"/>
                <a:ext cx="572330" cy="7317"/>
              </a:xfrm>
              <a:custGeom>
                <a:rect b="b" l="l" r="r" t="t"/>
                <a:pathLst>
                  <a:path extrusionOk="0" h="217" w="16973">
                    <a:moveTo>
                      <a:pt x="0" y="0"/>
                    </a:moveTo>
                    <a:lnTo>
                      <a:pt x="0" y="217"/>
                    </a:lnTo>
                    <a:lnTo>
                      <a:pt x="16972" y="217"/>
                    </a:lnTo>
                    <a:lnTo>
                      <a:pt x="16972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1" name="Google Shape;2511;p38"/>
              <p:cNvSpPr/>
              <p:nvPr/>
            </p:nvSpPr>
            <p:spPr>
              <a:xfrm>
                <a:off x="4863645" y="2390161"/>
                <a:ext cx="572330" cy="7317"/>
              </a:xfrm>
              <a:custGeom>
                <a:rect b="b" l="l" r="r" t="t"/>
                <a:pathLst>
                  <a:path extrusionOk="0" h="217" w="16973">
                    <a:moveTo>
                      <a:pt x="0" y="0"/>
                    </a:moveTo>
                    <a:lnTo>
                      <a:pt x="0" y="217"/>
                    </a:lnTo>
                    <a:lnTo>
                      <a:pt x="16972" y="217"/>
                    </a:lnTo>
                    <a:lnTo>
                      <a:pt x="16972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38"/>
              <p:cNvSpPr/>
              <p:nvPr/>
            </p:nvSpPr>
            <p:spPr>
              <a:xfrm>
                <a:off x="4863645" y="2420779"/>
                <a:ext cx="572330" cy="7317"/>
              </a:xfrm>
              <a:custGeom>
                <a:rect b="b" l="l" r="r" t="t"/>
                <a:pathLst>
                  <a:path extrusionOk="0" h="217" w="16973">
                    <a:moveTo>
                      <a:pt x="0" y="1"/>
                    </a:moveTo>
                    <a:lnTo>
                      <a:pt x="0" y="217"/>
                    </a:lnTo>
                    <a:lnTo>
                      <a:pt x="16972" y="217"/>
                    </a:lnTo>
                    <a:lnTo>
                      <a:pt x="1697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3" name="Google Shape;2513;p38"/>
              <p:cNvSpPr/>
              <p:nvPr/>
            </p:nvSpPr>
            <p:spPr>
              <a:xfrm>
                <a:off x="4863645" y="2451397"/>
                <a:ext cx="572330" cy="7317"/>
              </a:xfrm>
              <a:custGeom>
                <a:rect b="b" l="l" r="r" t="t"/>
                <a:pathLst>
                  <a:path extrusionOk="0" h="217" w="16973">
                    <a:moveTo>
                      <a:pt x="0" y="1"/>
                    </a:moveTo>
                    <a:lnTo>
                      <a:pt x="0" y="217"/>
                    </a:lnTo>
                    <a:lnTo>
                      <a:pt x="16972" y="217"/>
                    </a:lnTo>
                    <a:lnTo>
                      <a:pt x="1697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4" name="Google Shape;2514;p38"/>
              <p:cNvSpPr/>
              <p:nvPr/>
            </p:nvSpPr>
            <p:spPr>
              <a:xfrm>
                <a:off x="4863645" y="2482015"/>
                <a:ext cx="572330" cy="7317"/>
              </a:xfrm>
              <a:custGeom>
                <a:rect b="b" l="l" r="r" t="t"/>
                <a:pathLst>
                  <a:path extrusionOk="0" h="217" w="16973">
                    <a:moveTo>
                      <a:pt x="0" y="1"/>
                    </a:moveTo>
                    <a:lnTo>
                      <a:pt x="0" y="217"/>
                    </a:lnTo>
                    <a:lnTo>
                      <a:pt x="16972" y="217"/>
                    </a:lnTo>
                    <a:lnTo>
                      <a:pt x="1697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5" name="Google Shape;2515;p38"/>
              <p:cNvSpPr/>
              <p:nvPr/>
            </p:nvSpPr>
            <p:spPr>
              <a:xfrm>
                <a:off x="4863645" y="2512633"/>
                <a:ext cx="572330" cy="7317"/>
              </a:xfrm>
              <a:custGeom>
                <a:rect b="b" l="l" r="r" t="t"/>
                <a:pathLst>
                  <a:path extrusionOk="0" h="217" w="16973">
                    <a:moveTo>
                      <a:pt x="0" y="1"/>
                    </a:moveTo>
                    <a:lnTo>
                      <a:pt x="0" y="217"/>
                    </a:lnTo>
                    <a:lnTo>
                      <a:pt x="16972" y="217"/>
                    </a:lnTo>
                    <a:lnTo>
                      <a:pt x="1697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38"/>
              <p:cNvSpPr/>
              <p:nvPr/>
            </p:nvSpPr>
            <p:spPr>
              <a:xfrm>
                <a:off x="4863645" y="2543251"/>
                <a:ext cx="572330" cy="7351"/>
              </a:xfrm>
              <a:custGeom>
                <a:rect b="b" l="l" r="r" t="t"/>
                <a:pathLst>
                  <a:path extrusionOk="0" h="218" w="16973">
                    <a:moveTo>
                      <a:pt x="0" y="1"/>
                    </a:moveTo>
                    <a:lnTo>
                      <a:pt x="0" y="217"/>
                    </a:lnTo>
                    <a:lnTo>
                      <a:pt x="16972" y="217"/>
                    </a:lnTo>
                    <a:lnTo>
                      <a:pt x="1697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38"/>
              <p:cNvSpPr/>
              <p:nvPr/>
            </p:nvSpPr>
            <p:spPr>
              <a:xfrm>
                <a:off x="4863645" y="2573869"/>
                <a:ext cx="572330" cy="7351"/>
              </a:xfrm>
              <a:custGeom>
                <a:rect b="b" l="l" r="r" t="t"/>
                <a:pathLst>
                  <a:path extrusionOk="0" h="218" w="16973">
                    <a:moveTo>
                      <a:pt x="0" y="1"/>
                    </a:moveTo>
                    <a:lnTo>
                      <a:pt x="0" y="217"/>
                    </a:lnTo>
                    <a:lnTo>
                      <a:pt x="16972" y="217"/>
                    </a:lnTo>
                    <a:lnTo>
                      <a:pt x="16972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38"/>
              <p:cNvSpPr/>
              <p:nvPr/>
            </p:nvSpPr>
            <p:spPr>
              <a:xfrm>
                <a:off x="4863645" y="2604521"/>
                <a:ext cx="572330" cy="7317"/>
              </a:xfrm>
              <a:custGeom>
                <a:rect b="b" l="l" r="r" t="t"/>
                <a:pathLst>
                  <a:path extrusionOk="0" h="217" w="16973">
                    <a:moveTo>
                      <a:pt x="0" y="0"/>
                    </a:moveTo>
                    <a:lnTo>
                      <a:pt x="0" y="216"/>
                    </a:lnTo>
                    <a:lnTo>
                      <a:pt x="16972" y="216"/>
                    </a:lnTo>
                    <a:lnTo>
                      <a:pt x="16972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38"/>
              <p:cNvSpPr/>
              <p:nvPr/>
            </p:nvSpPr>
            <p:spPr>
              <a:xfrm>
                <a:off x="4863645" y="2098547"/>
                <a:ext cx="572330" cy="22626"/>
              </a:xfrm>
              <a:custGeom>
                <a:rect b="b" l="l" r="r" t="t"/>
                <a:pathLst>
                  <a:path extrusionOk="0" h="671" w="16973">
                    <a:moveTo>
                      <a:pt x="0" y="0"/>
                    </a:moveTo>
                    <a:lnTo>
                      <a:pt x="0" y="670"/>
                    </a:lnTo>
                    <a:lnTo>
                      <a:pt x="16972" y="670"/>
                    </a:lnTo>
                    <a:lnTo>
                      <a:pt x="16972" y="0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38"/>
              <p:cNvSpPr/>
              <p:nvPr/>
            </p:nvSpPr>
            <p:spPr>
              <a:xfrm>
                <a:off x="5534376" y="1691710"/>
                <a:ext cx="70745" cy="97012"/>
              </a:xfrm>
              <a:custGeom>
                <a:rect b="b" l="l" r="r" t="t"/>
                <a:pathLst>
                  <a:path extrusionOk="0" h="2877" w="2098">
                    <a:moveTo>
                      <a:pt x="0" y="1"/>
                    </a:moveTo>
                    <a:lnTo>
                      <a:pt x="0" y="2876"/>
                    </a:lnTo>
                    <a:lnTo>
                      <a:pt x="2098" y="2876"/>
                    </a:lnTo>
                    <a:lnTo>
                      <a:pt x="20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38"/>
              <p:cNvSpPr/>
              <p:nvPr/>
            </p:nvSpPr>
            <p:spPr>
              <a:xfrm>
                <a:off x="5133374" y="1691710"/>
                <a:ext cx="71486" cy="97012"/>
              </a:xfrm>
              <a:custGeom>
                <a:rect b="b" l="l" r="r" t="t"/>
                <a:pathLst>
                  <a:path extrusionOk="0" h="2877" w="2120">
                    <a:moveTo>
                      <a:pt x="1" y="1"/>
                    </a:moveTo>
                    <a:lnTo>
                      <a:pt x="1" y="2876"/>
                    </a:lnTo>
                    <a:lnTo>
                      <a:pt x="2120" y="2876"/>
                    </a:lnTo>
                    <a:lnTo>
                      <a:pt x="21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38"/>
              <p:cNvSpPr/>
              <p:nvPr/>
            </p:nvSpPr>
            <p:spPr>
              <a:xfrm>
                <a:off x="4332144" y="1691710"/>
                <a:ext cx="71486" cy="97012"/>
              </a:xfrm>
              <a:custGeom>
                <a:rect b="b" l="l" r="r" t="t"/>
                <a:pathLst>
                  <a:path extrusionOk="0" h="2877" w="2120">
                    <a:moveTo>
                      <a:pt x="1" y="1"/>
                    </a:moveTo>
                    <a:lnTo>
                      <a:pt x="1" y="2876"/>
                    </a:lnTo>
                    <a:lnTo>
                      <a:pt x="2119" y="2876"/>
                    </a:lnTo>
                    <a:lnTo>
                      <a:pt x="21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38"/>
              <p:cNvSpPr/>
              <p:nvPr/>
            </p:nvSpPr>
            <p:spPr>
              <a:xfrm>
                <a:off x="4733113" y="1691710"/>
                <a:ext cx="70778" cy="97012"/>
              </a:xfrm>
              <a:custGeom>
                <a:rect b="b" l="l" r="r" t="t"/>
                <a:pathLst>
                  <a:path extrusionOk="0" h="2877" w="2099">
                    <a:moveTo>
                      <a:pt x="1" y="1"/>
                    </a:moveTo>
                    <a:lnTo>
                      <a:pt x="1" y="2876"/>
                    </a:lnTo>
                    <a:lnTo>
                      <a:pt x="2098" y="2876"/>
                    </a:lnTo>
                    <a:lnTo>
                      <a:pt x="20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4" name="Google Shape;2524;p38"/>
              <p:cNvSpPr/>
              <p:nvPr/>
            </p:nvSpPr>
            <p:spPr>
              <a:xfrm>
                <a:off x="3931884" y="1691710"/>
                <a:ext cx="70745" cy="97012"/>
              </a:xfrm>
              <a:custGeom>
                <a:rect b="b" l="l" r="r" t="t"/>
                <a:pathLst>
                  <a:path extrusionOk="0" h="2877" w="2098">
                    <a:moveTo>
                      <a:pt x="1" y="1"/>
                    </a:moveTo>
                    <a:lnTo>
                      <a:pt x="1" y="2876"/>
                    </a:lnTo>
                    <a:lnTo>
                      <a:pt x="2098" y="2876"/>
                    </a:lnTo>
                    <a:lnTo>
                      <a:pt x="20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5" name="Google Shape;2525;p38"/>
              <p:cNvSpPr/>
              <p:nvPr/>
            </p:nvSpPr>
            <p:spPr>
              <a:xfrm>
                <a:off x="5534376" y="1691710"/>
                <a:ext cx="70745" cy="11701"/>
              </a:xfrm>
              <a:custGeom>
                <a:rect b="b" l="l" r="r" t="t"/>
                <a:pathLst>
                  <a:path extrusionOk="0" h="347" w="2098">
                    <a:moveTo>
                      <a:pt x="0" y="1"/>
                    </a:moveTo>
                    <a:lnTo>
                      <a:pt x="0" y="347"/>
                    </a:lnTo>
                    <a:lnTo>
                      <a:pt x="2098" y="347"/>
                    </a:lnTo>
                    <a:lnTo>
                      <a:pt x="2098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6" name="Google Shape;2526;p38"/>
              <p:cNvSpPr/>
              <p:nvPr/>
            </p:nvSpPr>
            <p:spPr>
              <a:xfrm>
                <a:off x="5133374" y="1691710"/>
                <a:ext cx="71486" cy="11701"/>
              </a:xfrm>
              <a:custGeom>
                <a:rect b="b" l="l" r="r" t="t"/>
                <a:pathLst>
                  <a:path extrusionOk="0" h="347" w="2120">
                    <a:moveTo>
                      <a:pt x="1" y="1"/>
                    </a:moveTo>
                    <a:lnTo>
                      <a:pt x="1" y="347"/>
                    </a:lnTo>
                    <a:lnTo>
                      <a:pt x="2120" y="347"/>
                    </a:lnTo>
                    <a:lnTo>
                      <a:pt x="2120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7" name="Google Shape;2527;p38"/>
              <p:cNvSpPr/>
              <p:nvPr/>
            </p:nvSpPr>
            <p:spPr>
              <a:xfrm>
                <a:off x="4332144" y="1691710"/>
                <a:ext cx="71486" cy="11701"/>
              </a:xfrm>
              <a:custGeom>
                <a:rect b="b" l="l" r="r" t="t"/>
                <a:pathLst>
                  <a:path extrusionOk="0" h="347" w="2120">
                    <a:moveTo>
                      <a:pt x="1" y="1"/>
                    </a:moveTo>
                    <a:lnTo>
                      <a:pt x="1" y="347"/>
                    </a:lnTo>
                    <a:lnTo>
                      <a:pt x="2119" y="347"/>
                    </a:lnTo>
                    <a:lnTo>
                      <a:pt x="2119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8" name="Google Shape;2528;p38"/>
              <p:cNvSpPr/>
              <p:nvPr/>
            </p:nvSpPr>
            <p:spPr>
              <a:xfrm>
                <a:off x="4733113" y="1691710"/>
                <a:ext cx="70778" cy="11701"/>
              </a:xfrm>
              <a:custGeom>
                <a:rect b="b" l="l" r="r" t="t"/>
                <a:pathLst>
                  <a:path extrusionOk="0" h="347" w="2099">
                    <a:moveTo>
                      <a:pt x="1" y="1"/>
                    </a:moveTo>
                    <a:lnTo>
                      <a:pt x="1" y="347"/>
                    </a:lnTo>
                    <a:lnTo>
                      <a:pt x="2098" y="347"/>
                    </a:lnTo>
                    <a:lnTo>
                      <a:pt x="2098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9" name="Google Shape;2529;p38"/>
              <p:cNvSpPr/>
              <p:nvPr/>
            </p:nvSpPr>
            <p:spPr>
              <a:xfrm>
                <a:off x="3931884" y="1691710"/>
                <a:ext cx="70745" cy="11701"/>
              </a:xfrm>
              <a:custGeom>
                <a:rect b="b" l="l" r="r" t="t"/>
                <a:pathLst>
                  <a:path extrusionOk="0" h="347" w="2098">
                    <a:moveTo>
                      <a:pt x="1" y="1"/>
                    </a:moveTo>
                    <a:lnTo>
                      <a:pt x="1" y="347"/>
                    </a:lnTo>
                    <a:lnTo>
                      <a:pt x="2098" y="347"/>
                    </a:lnTo>
                    <a:lnTo>
                      <a:pt x="2098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0" name="Google Shape;2530;p38"/>
              <p:cNvSpPr/>
              <p:nvPr/>
            </p:nvSpPr>
            <p:spPr>
              <a:xfrm>
                <a:off x="3920959" y="1680785"/>
                <a:ext cx="1697262" cy="10959"/>
              </a:xfrm>
              <a:custGeom>
                <a:rect b="b" l="l" r="r" t="t"/>
                <a:pathLst>
                  <a:path extrusionOk="0" h="325" w="50334">
                    <a:moveTo>
                      <a:pt x="0" y="0"/>
                    </a:moveTo>
                    <a:lnTo>
                      <a:pt x="0" y="325"/>
                    </a:lnTo>
                    <a:lnTo>
                      <a:pt x="50334" y="325"/>
                    </a:lnTo>
                    <a:lnTo>
                      <a:pt x="503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1" name="Google Shape;2531;p38"/>
              <p:cNvSpPr/>
              <p:nvPr/>
            </p:nvSpPr>
            <p:spPr>
              <a:xfrm>
                <a:off x="3856081" y="1784306"/>
                <a:ext cx="1817542" cy="193957"/>
              </a:xfrm>
              <a:custGeom>
                <a:rect b="b" l="l" r="r" t="t"/>
                <a:pathLst>
                  <a:path extrusionOk="0" h="5752" w="53901">
                    <a:moveTo>
                      <a:pt x="53901" y="0"/>
                    </a:moveTo>
                    <a:lnTo>
                      <a:pt x="0" y="130"/>
                    </a:lnTo>
                    <a:lnTo>
                      <a:pt x="0" y="5752"/>
                    </a:lnTo>
                    <a:lnTo>
                      <a:pt x="53663" y="5752"/>
                    </a:lnTo>
                    <a:lnTo>
                      <a:pt x="539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2" name="Google Shape;2532;p38"/>
              <p:cNvSpPr/>
              <p:nvPr/>
            </p:nvSpPr>
            <p:spPr>
              <a:xfrm>
                <a:off x="4774690" y="1171877"/>
                <a:ext cx="56178" cy="82445"/>
              </a:xfrm>
              <a:custGeom>
                <a:rect b="b" l="l" r="r" t="t"/>
                <a:pathLst>
                  <a:path extrusionOk="0" h="2445" w="1666">
                    <a:moveTo>
                      <a:pt x="0" y="1"/>
                    </a:moveTo>
                    <a:lnTo>
                      <a:pt x="0" y="2444"/>
                    </a:lnTo>
                    <a:lnTo>
                      <a:pt x="1665" y="779"/>
                    </a:lnTo>
                    <a:lnTo>
                      <a:pt x="1492" y="628"/>
                    </a:lnTo>
                    <a:lnTo>
                      <a:pt x="1298" y="477"/>
                    </a:lnTo>
                    <a:lnTo>
                      <a:pt x="1125" y="347"/>
                    </a:lnTo>
                    <a:lnTo>
                      <a:pt x="908" y="239"/>
                    </a:lnTo>
                    <a:lnTo>
                      <a:pt x="692" y="152"/>
                    </a:lnTo>
                    <a:lnTo>
                      <a:pt x="476" y="87"/>
                    </a:lnTo>
                    <a:lnTo>
                      <a:pt x="238" y="4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3" name="Google Shape;2533;p38"/>
              <p:cNvSpPr/>
              <p:nvPr/>
            </p:nvSpPr>
            <p:spPr>
              <a:xfrm>
                <a:off x="4785616" y="1206170"/>
                <a:ext cx="70036" cy="52502"/>
              </a:xfrm>
              <a:custGeom>
                <a:rect b="b" l="l" r="r" t="t"/>
                <a:pathLst>
                  <a:path extrusionOk="0" h="1557" w="2077">
                    <a:moveTo>
                      <a:pt x="1557" y="0"/>
                    </a:moveTo>
                    <a:lnTo>
                      <a:pt x="1" y="1557"/>
                    </a:lnTo>
                    <a:lnTo>
                      <a:pt x="2076" y="1557"/>
                    </a:lnTo>
                    <a:lnTo>
                      <a:pt x="2055" y="1341"/>
                    </a:lnTo>
                    <a:lnTo>
                      <a:pt x="2033" y="1124"/>
                    </a:lnTo>
                    <a:lnTo>
                      <a:pt x="1990" y="930"/>
                    </a:lnTo>
                    <a:lnTo>
                      <a:pt x="1925" y="735"/>
                    </a:lnTo>
                    <a:lnTo>
                      <a:pt x="1860" y="541"/>
                    </a:lnTo>
                    <a:lnTo>
                      <a:pt x="1774" y="346"/>
                    </a:lnTo>
                    <a:lnTo>
                      <a:pt x="1665" y="173"/>
                    </a:lnTo>
                    <a:lnTo>
                      <a:pt x="15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4" name="Google Shape;2534;p38"/>
              <p:cNvSpPr/>
              <p:nvPr/>
            </p:nvSpPr>
            <p:spPr>
              <a:xfrm>
                <a:off x="4709812" y="1171877"/>
                <a:ext cx="53986" cy="76612"/>
              </a:xfrm>
              <a:custGeom>
                <a:rect b="b" l="l" r="r" t="t"/>
                <a:pathLst>
                  <a:path extrusionOk="0" h="2272" w="1601">
                    <a:moveTo>
                      <a:pt x="1600" y="1"/>
                    </a:moveTo>
                    <a:lnTo>
                      <a:pt x="1362" y="23"/>
                    </a:lnTo>
                    <a:lnTo>
                      <a:pt x="1146" y="66"/>
                    </a:lnTo>
                    <a:lnTo>
                      <a:pt x="930" y="131"/>
                    </a:lnTo>
                    <a:lnTo>
                      <a:pt x="735" y="217"/>
                    </a:lnTo>
                    <a:lnTo>
                      <a:pt x="541" y="304"/>
                    </a:lnTo>
                    <a:lnTo>
                      <a:pt x="346" y="412"/>
                    </a:lnTo>
                    <a:lnTo>
                      <a:pt x="173" y="541"/>
                    </a:lnTo>
                    <a:lnTo>
                      <a:pt x="0" y="671"/>
                    </a:lnTo>
                    <a:lnTo>
                      <a:pt x="1600" y="2271"/>
                    </a:lnTo>
                    <a:lnTo>
                      <a:pt x="160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5" name="Google Shape;2535;p38"/>
              <p:cNvSpPr/>
              <p:nvPr/>
            </p:nvSpPr>
            <p:spPr>
              <a:xfrm>
                <a:off x="4681352" y="1202495"/>
                <a:ext cx="77320" cy="56178"/>
              </a:xfrm>
              <a:custGeom>
                <a:rect b="b" l="l" r="r" t="t"/>
                <a:pathLst>
                  <a:path extrusionOk="0" h="1666" w="2293">
                    <a:moveTo>
                      <a:pt x="628" y="1"/>
                    </a:moveTo>
                    <a:lnTo>
                      <a:pt x="477" y="174"/>
                    </a:lnTo>
                    <a:lnTo>
                      <a:pt x="368" y="369"/>
                    </a:lnTo>
                    <a:lnTo>
                      <a:pt x="260" y="563"/>
                    </a:lnTo>
                    <a:lnTo>
                      <a:pt x="174" y="758"/>
                    </a:lnTo>
                    <a:lnTo>
                      <a:pt x="87" y="974"/>
                    </a:lnTo>
                    <a:lnTo>
                      <a:pt x="44" y="1212"/>
                    </a:lnTo>
                    <a:lnTo>
                      <a:pt x="23" y="1428"/>
                    </a:lnTo>
                    <a:lnTo>
                      <a:pt x="1" y="1666"/>
                    </a:lnTo>
                    <a:lnTo>
                      <a:pt x="2293" y="1666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6" name="Google Shape;2536;p38"/>
              <p:cNvSpPr/>
              <p:nvPr/>
            </p:nvSpPr>
            <p:spPr>
              <a:xfrm>
                <a:off x="4668977" y="1193761"/>
                <a:ext cx="212908" cy="86053"/>
              </a:xfrm>
              <a:custGeom>
                <a:rect b="b" l="l" r="r" t="t"/>
                <a:pathLst>
                  <a:path extrusionOk="0" h="2552" w="6314">
                    <a:moveTo>
                      <a:pt x="5189" y="1"/>
                    </a:moveTo>
                    <a:lnTo>
                      <a:pt x="5384" y="238"/>
                    </a:lnTo>
                    <a:lnTo>
                      <a:pt x="5557" y="498"/>
                    </a:lnTo>
                    <a:lnTo>
                      <a:pt x="5687" y="779"/>
                    </a:lnTo>
                    <a:lnTo>
                      <a:pt x="5816" y="1060"/>
                    </a:lnTo>
                    <a:lnTo>
                      <a:pt x="5924" y="1363"/>
                    </a:lnTo>
                    <a:lnTo>
                      <a:pt x="5989" y="1665"/>
                    </a:lnTo>
                    <a:lnTo>
                      <a:pt x="6033" y="1990"/>
                    </a:lnTo>
                    <a:lnTo>
                      <a:pt x="6054" y="2336"/>
                    </a:lnTo>
                    <a:lnTo>
                      <a:pt x="0" y="2336"/>
                    </a:lnTo>
                    <a:lnTo>
                      <a:pt x="0" y="2552"/>
                    </a:lnTo>
                    <a:lnTo>
                      <a:pt x="6314" y="2552"/>
                    </a:lnTo>
                    <a:lnTo>
                      <a:pt x="6314" y="2292"/>
                    </a:lnTo>
                    <a:lnTo>
                      <a:pt x="6270" y="1990"/>
                    </a:lnTo>
                    <a:lnTo>
                      <a:pt x="6206" y="1622"/>
                    </a:lnTo>
                    <a:lnTo>
                      <a:pt x="6141" y="1427"/>
                    </a:lnTo>
                    <a:lnTo>
                      <a:pt x="6076" y="1233"/>
                    </a:lnTo>
                    <a:lnTo>
                      <a:pt x="5989" y="1017"/>
                    </a:lnTo>
                    <a:lnTo>
                      <a:pt x="5860" y="800"/>
                    </a:lnTo>
                    <a:lnTo>
                      <a:pt x="5730" y="584"/>
                    </a:lnTo>
                    <a:lnTo>
                      <a:pt x="5579" y="390"/>
                    </a:lnTo>
                    <a:lnTo>
                      <a:pt x="5406" y="195"/>
                    </a:lnTo>
                    <a:lnTo>
                      <a:pt x="5189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7" name="Google Shape;2537;p38"/>
              <p:cNvSpPr/>
              <p:nvPr/>
            </p:nvSpPr>
            <p:spPr>
              <a:xfrm>
                <a:off x="5699876" y="2138640"/>
                <a:ext cx="80962" cy="142197"/>
              </a:xfrm>
              <a:custGeom>
                <a:rect b="b" l="l" r="r" t="t"/>
                <a:pathLst>
                  <a:path extrusionOk="0" h="4217" w="2401">
                    <a:moveTo>
                      <a:pt x="0" y="0"/>
                    </a:moveTo>
                    <a:lnTo>
                      <a:pt x="0" y="4216"/>
                    </a:lnTo>
                    <a:lnTo>
                      <a:pt x="2400" y="4216"/>
                    </a:lnTo>
                    <a:lnTo>
                      <a:pt x="24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8" name="Google Shape;2538;p38"/>
              <p:cNvSpPr/>
              <p:nvPr/>
            </p:nvSpPr>
            <p:spPr>
              <a:xfrm>
                <a:off x="5685275" y="2126231"/>
                <a:ext cx="111579" cy="171365"/>
              </a:xfrm>
              <a:custGeom>
                <a:rect b="b" l="l" r="r" t="t"/>
                <a:pathLst>
                  <a:path extrusionOk="0" h="5082" w="3309">
                    <a:moveTo>
                      <a:pt x="3157" y="1"/>
                    </a:moveTo>
                    <a:lnTo>
                      <a:pt x="3157" y="4909"/>
                    </a:lnTo>
                    <a:lnTo>
                      <a:pt x="1" y="4909"/>
                    </a:lnTo>
                    <a:lnTo>
                      <a:pt x="1" y="5082"/>
                    </a:lnTo>
                    <a:lnTo>
                      <a:pt x="3309" y="5082"/>
                    </a:lnTo>
                    <a:lnTo>
                      <a:pt x="3309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9" name="Google Shape;2539;p38"/>
              <p:cNvSpPr/>
              <p:nvPr/>
            </p:nvSpPr>
            <p:spPr>
              <a:xfrm>
                <a:off x="3735058" y="2138640"/>
                <a:ext cx="80220" cy="142197"/>
              </a:xfrm>
              <a:custGeom>
                <a:rect b="b" l="l" r="r" t="t"/>
                <a:pathLst>
                  <a:path extrusionOk="0" h="4217" w="2379">
                    <a:moveTo>
                      <a:pt x="0" y="0"/>
                    </a:moveTo>
                    <a:lnTo>
                      <a:pt x="0" y="4216"/>
                    </a:lnTo>
                    <a:lnTo>
                      <a:pt x="2378" y="4216"/>
                    </a:lnTo>
                    <a:lnTo>
                      <a:pt x="237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0" name="Google Shape;2540;p38"/>
              <p:cNvSpPr/>
              <p:nvPr/>
            </p:nvSpPr>
            <p:spPr>
              <a:xfrm>
                <a:off x="3720457" y="2126231"/>
                <a:ext cx="111579" cy="171365"/>
              </a:xfrm>
              <a:custGeom>
                <a:rect b="b" l="l" r="r" t="t"/>
                <a:pathLst>
                  <a:path extrusionOk="0" h="5082" w="3309">
                    <a:moveTo>
                      <a:pt x="3157" y="1"/>
                    </a:moveTo>
                    <a:lnTo>
                      <a:pt x="3157" y="4909"/>
                    </a:lnTo>
                    <a:lnTo>
                      <a:pt x="1" y="4909"/>
                    </a:lnTo>
                    <a:lnTo>
                      <a:pt x="1" y="5082"/>
                    </a:lnTo>
                    <a:lnTo>
                      <a:pt x="3309" y="5082"/>
                    </a:lnTo>
                    <a:lnTo>
                      <a:pt x="3309" y="1"/>
                    </a:lnTo>
                    <a:close/>
                  </a:path>
                </a:pathLst>
              </a:custGeom>
              <a:solidFill>
                <a:srgbClr val="1F285F">
                  <a:alpha val="14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2541" name="Google Shape;2541;p38" title="chart1.png"/>
          <p:cNvPicPr preferRelativeResize="0"/>
          <p:nvPr/>
        </p:nvPicPr>
        <p:blipFill rotWithShape="1">
          <a:blip r:embed="rId3">
            <a:alphaModFix/>
          </a:blip>
          <a:srcRect b="0" l="37520" r="0" t="616"/>
          <a:stretch/>
        </p:blipFill>
        <p:spPr>
          <a:xfrm>
            <a:off x="236200" y="1478400"/>
            <a:ext cx="4846249" cy="2790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ile:Solid white bordered.svg - Wikimedia Commons" id="2542" name="Google Shape;2542;p38"/>
          <p:cNvPicPr preferRelativeResize="0"/>
          <p:nvPr/>
        </p:nvPicPr>
        <p:blipFill rotWithShape="1">
          <a:blip r:embed="rId4">
            <a:alphaModFix/>
          </a:blip>
          <a:srcRect b="9718" l="13383" r="12516" t="12540"/>
          <a:stretch/>
        </p:blipFill>
        <p:spPr>
          <a:xfrm>
            <a:off x="236190" y="1931414"/>
            <a:ext cx="790661" cy="1716895"/>
          </a:xfrm>
          <a:prstGeom prst="rect">
            <a:avLst/>
          </a:prstGeom>
          <a:noFill/>
          <a:ln>
            <a:noFill/>
          </a:ln>
        </p:spPr>
      </p:pic>
      <p:sp>
        <p:nvSpPr>
          <p:cNvPr id="2543" name="Google Shape;2543;p38"/>
          <p:cNvSpPr txBox="1"/>
          <p:nvPr/>
        </p:nvSpPr>
        <p:spPr>
          <a:xfrm>
            <a:off x="396552" y="1931458"/>
            <a:ext cx="1767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Technology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544" name="Google Shape;2544;p38"/>
          <p:cNvSpPr txBox="1"/>
          <p:nvPr/>
        </p:nvSpPr>
        <p:spPr>
          <a:xfrm>
            <a:off x="474226" y="3353760"/>
            <a:ext cx="1767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Business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545" name="Google Shape;2545;p38"/>
          <p:cNvSpPr txBox="1"/>
          <p:nvPr/>
        </p:nvSpPr>
        <p:spPr>
          <a:xfrm>
            <a:off x="520687" y="2892603"/>
            <a:ext cx="1767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Finance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546" name="Google Shape;2546;p38"/>
          <p:cNvSpPr txBox="1"/>
          <p:nvPr/>
        </p:nvSpPr>
        <p:spPr>
          <a:xfrm>
            <a:off x="643812" y="2412021"/>
            <a:ext cx="1767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Legal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547" name="Google Shape;2547;p38"/>
          <p:cNvSpPr txBox="1"/>
          <p:nvPr/>
        </p:nvSpPr>
        <p:spPr>
          <a:xfrm rot="-5400000">
            <a:off x="2350" y="2513846"/>
            <a:ext cx="7521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Industry</a:t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descr="File:Solid white bordered.svg - Wikimedia Commons" id="2548" name="Google Shape;2548;p38"/>
          <p:cNvPicPr preferRelativeResize="0"/>
          <p:nvPr/>
        </p:nvPicPr>
        <p:blipFill rotWithShape="1">
          <a:blip r:embed="rId4">
            <a:alphaModFix/>
          </a:blip>
          <a:srcRect b="9718" l="13383" r="12516" t="12540"/>
          <a:stretch/>
        </p:blipFill>
        <p:spPr>
          <a:xfrm>
            <a:off x="852220" y="4139543"/>
            <a:ext cx="3535672" cy="12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9" name="Google Shape;2549;p38"/>
          <p:cNvSpPr txBox="1"/>
          <p:nvPr/>
        </p:nvSpPr>
        <p:spPr>
          <a:xfrm>
            <a:off x="2396133" y="4027438"/>
            <a:ext cx="1767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Average Price per Kilowatt (c)</a:t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descr="File:Solid white bordered.svg - Wikimedia Commons" id="2550" name="Google Shape;2550;p38"/>
          <p:cNvPicPr preferRelativeResize="0"/>
          <p:nvPr/>
        </p:nvPicPr>
        <p:blipFill rotWithShape="1">
          <a:blip r:embed="rId4">
            <a:alphaModFix/>
          </a:blip>
          <a:srcRect b="9718" l="13383" r="12516" t="12540"/>
          <a:stretch/>
        </p:blipFill>
        <p:spPr>
          <a:xfrm>
            <a:off x="702575" y="1478400"/>
            <a:ext cx="4380902" cy="12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1" name="Google Shape;2551;p38"/>
          <p:cNvSpPr txBox="1"/>
          <p:nvPr/>
        </p:nvSpPr>
        <p:spPr>
          <a:xfrm>
            <a:off x="1994975" y="1387000"/>
            <a:ext cx="31764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Price Per Kilowatt Hour by Industry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p39"/>
          <p:cNvSpPr txBox="1"/>
          <p:nvPr>
            <p:ph idx="4" type="title"/>
          </p:nvPr>
        </p:nvSpPr>
        <p:spPr>
          <a:xfrm>
            <a:off x="1065279" y="184315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39"/>
          <p:cNvSpPr txBox="1"/>
          <p:nvPr>
            <p:ph idx="14" type="title"/>
          </p:nvPr>
        </p:nvSpPr>
        <p:spPr>
          <a:xfrm>
            <a:off x="1065279" y="339000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39"/>
          <p:cNvSpPr txBox="1"/>
          <p:nvPr>
            <p:ph idx="6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now?</a:t>
            </a:r>
            <a:endParaRPr/>
          </a:p>
        </p:txBody>
      </p:sp>
      <p:sp>
        <p:nvSpPr>
          <p:cNvPr id="2559" name="Google Shape;2559;p39"/>
          <p:cNvSpPr txBox="1"/>
          <p:nvPr/>
        </p:nvSpPr>
        <p:spPr>
          <a:xfrm>
            <a:off x="1046850" y="1181475"/>
            <a:ext cx="7050300" cy="3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Clearly, there is a significant trend with lease clients in the </a:t>
            </a:r>
            <a:r>
              <a:rPr b="1"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Business, Professional, and Consulting Services</a:t>
            </a: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industry </a:t>
            </a: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preferring </a:t>
            </a: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locations with a </a:t>
            </a:r>
            <a:r>
              <a:rPr b="1"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lower commercial </a:t>
            </a:r>
            <a:r>
              <a:rPr b="1"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electricity</a:t>
            </a:r>
            <a:r>
              <a:rPr b="1"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cost</a:t>
            </a: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. </a:t>
            </a:r>
            <a:endParaRPr sz="2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What </a:t>
            </a:r>
            <a:r>
              <a:rPr b="1"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actions</a:t>
            </a: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can we take given this insight?</a:t>
            </a:r>
            <a:endParaRPr sz="2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We identified </a:t>
            </a:r>
            <a:r>
              <a:rPr b="1"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three markets</a:t>
            </a: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in the </a:t>
            </a:r>
            <a:r>
              <a:rPr b="1"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Northeast</a:t>
            </a: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to </a:t>
            </a: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take</a:t>
            </a: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</a:t>
            </a:r>
            <a:r>
              <a:rPr lang="en" sz="2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a closer look at.</a:t>
            </a:r>
            <a:endParaRPr sz="2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4" name="Google Shape;25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3" y="0"/>
            <a:ext cx="7741294" cy="51435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65" name="Google Shape;2565;p40"/>
          <p:cNvSpPr txBox="1"/>
          <p:nvPr>
            <p:ph type="title"/>
          </p:nvPr>
        </p:nvSpPr>
        <p:spPr>
          <a:xfrm>
            <a:off x="1963623" y="1644775"/>
            <a:ext cx="2407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40"/>
          <p:cNvSpPr txBox="1"/>
          <p:nvPr>
            <p:ph idx="1" type="subTitle"/>
          </p:nvPr>
        </p:nvSpPr>
        <p:spPr>
          <a:xfrm>
            <a:off x="1963623" y="1858512"/>
            <a:ext cx="24072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40"/>
          <p:cNvSpPr txBox="1"/>
          <p:nvPr>
            <p:ph idx="2" type="title"/>
          </p:nvPr>
        </p:nvSpPr>
        <p:spPr>
          <a:xfrm flipH="1">
            <a:off x="5835171" y="1644775"/>
            <a:ext cx="2407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40"/>
          <p:cNvSpPr txBox="1"/>
          <p:nvPr>
            <p:ph idx="3" type="subTitle"/>
          </p:nvPr>
        </p:nvSpPr>
        <p:spPr>
          <a:xfrm flipH="1">
            <a:off x="5835171" y="1858515"/>
            <a:ext cx="2406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40"/>
          <p:cNvSpPr txBox="1"/>
          <p:nvPr>
            <p:ph idx="4" type="title"/>
          </p:nvPr>
        </p:nvSpPr>
        <p:spPr>
          <a:xfrm>
            <a:off x="1065279" y="184315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40"/>
          <p:cNvSpPr txBox="1"/>
          <p:nvPr>
            <p:ph idx="5" type="title"/>
          </p:nvPr>
        </p:nvSpPr>
        <p:spPr>
          <a:xfrm flipH="1">
            <a:off x="4940254" y="184315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40"/>
          <p:cNvSpPr txBox="1"/>
          <p:nvPr>
            <p:ph idx="7" type="title"/>
          </p:nvPr>
        </p:nvSpPr>
        <p:spPr>
          <a:xfrm>
            <a:off x="1963623" y="3177870"/>
            <a:ext cx="2407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40"/>
          <p:cNvSpPr txBox="1"/>
          <p:nvPr>
            <p:ph idx="8" type="subTitle"/>
          </p:nvPr>
        </p:nvSpPr>
        <p:spPr>
          <a:xfrm>
            <a:off x="1963623" y="3392845"/>
            <a:ext cx="24075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40"/>
          <p:cNvSpPr txBox="1"/>
          <p:nvPr>
            <p:ph idx="9" type="title"/>
          </p:nvPr>
        </p:nvSpPr>
        <p:spPr>
          <a:xfrm flipH="1">
            <a:off x="5835171" y="3177853"/>
            <a:ext cx="2407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40"/>
          <p:cNvSpPr txBox="1"/>
          <p:nvPr>
            <p:ph idx="13" type="subTitle"/>
          </p:nvPr>
        </p:nvSpPr>
        <p:spPr>
          <a:xfrm flipH="1">
            <a:off x="5835171" y="3392828"/>
            <a:ext cx="2406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40"/>
          <p:cNvSpPr txBox="1"/>
          <p:nvPr>
            <p:ph idx="14" type="title"/>
          </p:nvPr>
        </p:nvSpPr>
        <p:spPr>
          <a:xfrm>
            <a:off x="1065279" y="339000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40"/>
          <p:cNvSpPr txBox="1"/>
          <p:nvPr>
            <p:ph idx="15" type="title"/>
          </p:nvPr>
        </p:nvSpPr>
        <p:spPr>
          <a:xfrm flipH="1">
            <a:off x="4940254" y="339000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7" name="Google Shape;257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0"/>
            <a:ext cx="7741294" cy="51435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5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2" name="Google Shape;258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393" y="0"/>
            <a:ext cx="6879215" cy="5143501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83" name="Google Shape;258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2400" y="0"/>
            <a:ext cx="6879206" cy="5143501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5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8" name="Google Shape;258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393" y="0"/>
            <a:ext cx="687921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9" name="Google Shape;258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2400" y="0"/>
            <a:ext cx="6879206" cy="5143501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5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3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p43"/>
          <p:cNvSpPr txBox="1"/>
          <p:nvPr>
            <p:ph type="title"/>
          </p:nvPr>
        </p:nvSpPr>
        <p:spPr>
          <a:xfrm>
            <a:off x="1963623" y="1644775"/>
            <a:ext cx="2407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43"/>
          <p:cNvSpPr txBox="1"/>
          <p:nvPr>
            <p:ph idx="1" type="subTitle"/>
          </p:nvPr>
        </p:nvSpPr>
        <p:spPr>
          <a:xfrm>
            <a:off x="1963623" y="1858512"/>
            <a:ext cx="24072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43"/>
          <p:cNvSpPr txBox="1"/>
          <p:nvPr>
            <p:ph idx="2" type="title"/>
          </p:nvPr>
        </p:nvSpPr>
        <p:spPr>
          <a:xfrm flipH="1">
            <a:off x="5835171" y="1644775"/>
            <a:ext cx="2407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43"/>
          <p:cNvSpPr txBox="1"/>
          <p:nvPr>
            <p:ph idx="3" type="subTitle"/>
          </p:nvPr>
        </p:nvSpPr>
        <p:spPr>
          <a:xfrm flipH="1">
            <a:off x="5835171" y="1858515"/>
            <a:ext cx="2406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43"/>
          <p:cNvSpPr txBox="1"/>
          <p:nvPr>
            <p:ph idx="4" type="title"/>
          </p:nvPr>
        </p:nvSpPr>
        <p:spPr>
          <a:xfrm>
            <a:off x="1065279" y="184315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43"/>
          <p:cNvSpPr txBox="1"/>
          <p:nvPr>
            <p:ph idx="5" type="title"/>
          </p:nvPr>
        </p:nvSpPr>
        <p:spPr>
          <a:xfrm flipH="1">
            <a:off x="4940254" y="184315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43"/>
          <p:cNvSpPr txBox="1"/>
          <p:nvPr>
            <p:ph idx="7" type="title"/>
          </p:nvPr>
        </p:nvSpPr>
        <p:spPr>
          <a:xfrm>
            <a:off x="1963623" y="3177870"/>
            <a:ext cx="2407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43"/>
          <p:cNvSpPr txBox="1"/>
          <p:nvPr>
            <p:ph idx="8" type="subTitle"/>
          </p:nvPr>
        </p:nvSpPr>
        <p:spPr>
          <a:xfrm>
            <a:off x="1963623" y="3392845"/>
            <a:ext cx="24075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43"/>
          <p:cNvSpPr txBox="1"/>
          <p:nvPr>
            <p:ph idx="9" type="title"/>
          </p:nvPr>
        </p:nvSpPr>
        <p:spPr>
          <a:xfrm flipH="1">
            <a:off x="5835171" y="3177853"/>
            <a:ext cx="2407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43"/>
          <p:cNvSpPr txBox="1"/>
          <p:nvPr>
            <p:ph idx="13" type="subTitle"/>
          </p:nvPr>
        </p:nvSpPr>
        <p:spPr>
          <a:xfrm flipH="1">
            <a:off x="5835171" y="3392828"/>
            <a:ext cx="2406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43"/>
          <p:cNvSpPr txBox="1"/>
          <p:nvPr>
            <p:ph idx="14" type="title"/>
          </p:nvPr>
        </p:nvSpPr>
        <p:spPr>
          <a:xfrm>
            <a:off x="1065279" y="339000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43"/>
          <p:cNvSpPr txBox="1"/>
          <p:nvPr>
            <p:ph idx="15" type="title"/>
          </p:nvPr>
        </p:nvSpPr>
        <p:spPr>
          <a:xfrm flipH="1">
            <a:off x="4940254" y="3390000"/>
            <a:ext cx="734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6" name="Google Shape;260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3137"/>
            <a:ext cx="9143999" cy="3897226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0" name="Shape 2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" name="Google Shape;2611;p44"/>
          <p:cNvSpPr txBox="1"/>
          <p:nvPr>
            <p:ph idx="6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Insight</a:t>
            </a:r>
            <a:endParaRPr/>
          </a:p>
        </p:txBody>
      </p:sp>
      <p:sp>
        <p:nvSpPr>
          <p:cNvPr id="2612" name="Google Shape;2612;p44"/>
          <p:cNvSpPr txBox="1"/>
          <p:nvPr>
            <p:ph idx="9" type="title"/>
          </p:nvPr>
        </p:nvSpPr>
        <p:spPr>
          <a:xfrm flipH="1">
            <a:off x="184175" y="1564650"/>
            <a:ext cx="4284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Northern NJ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Northern VA have:</a:t>
            </a:r>
            <a:endParaRPr/>
          </a:p>
        </p:txBody>
      </p:sp>
      <p:sp>
        <p:nvSpPr>
          <p:cNvPr id="2613" name="Google Shape;2613;p44"/>
          <p:cNvSpPr txBox="1"/>
          <p:nvPr>
            <p:ph idx="13" type="subTitle"/>
          </p:nvPr>
        </p:nvSpPr>
        <p:spPr>
          <a:xfrm flipH="1">
            <a:off x="140475" y="1785675"/>
            <a:ext cx="4677600" cy="12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High market availability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Higher proportions of high quality real estate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Far lower commercial electricity rates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Proximity to NYC</a:t>
            </a:r>
            <a:endParaRPr sz="1600"/>
          </a:p>
        </p:txBody>
      </p:sp>
      <p:sp>
        <p:nvSpPr>
          <p:cNvPr id="2614" name="Google Shape;2614;p44"/>
          <p:cNvSpPr txBox="1"/>
          <p:nvPr/>
        </p:nvSpPr>
        <p:spPr>
          <a:xfrm>
            <a:off x="4743300" y="1118900"/>
            <a:ext cx="4400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These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two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untapped markets would be particularly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desirable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</a:t>
            </a:r>
            <a:r>
              <a:rPr lang="en" sz="2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Business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" sz="2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Professional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</a:t>
            </a:r>
            <a:r>
              <a:rPr lang="en" sz="2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Consulting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clients, given their statistical bias towards lower commercial electricity rates.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5" name="Google Shape;2615;p44"/>
          <p:cNvSpPr txBox="1"/>
          <p:nvPr/>
        </p:nvSpPr>
        <p:spPr>
          <a:xfrm>
            <a:off x="1444250" y="3019675"/>
            <a:ext cx="7534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Though </a:t>
            </a:r>
            <a:r>
              <a:rPr lang="en" sz="2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Manhattan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has the most availability,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it’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 vastly more expensive to lease in.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Additionally, It has far higher commercial electricity rates, which has proven to be statistically significant to </a:t>
            </a:r>
            <a:r>
              <a:rPr lang="en" sz="2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Business,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Professional, and Consulting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clients.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6" name="Google Shape;2616;p44"/>
          <p:cNvSpPr txBox="1"/>
          <p:nvPr/>
        </p:nvSpPr>
        <p:spPr>
          <a:xfrm>
            <a:off x="1444250" y="3672200"/>
            <a:ext cx="7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p45"/>
          <p:cNvSpPr txBox="1"/>
          <p:nvPr/>
        </p:nvSpPr>
        <p:spPr>
          <a:xfrm>
            <a:off x="118725" y="1893800"/>
            <a:ext cx="5325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Given </a:t>
            </a:r>
            <a:r>
              <a:rPr lang="en" sz="2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Business, Professional, and Consulting 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clients considering markets in the </a:t>
            </a:r>
            <a:r>
              <a:rPr lang="en" sz="2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Northeast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we recommend that Savills should propose leasing in </a:t>
            </a:r>
            <a:r>
              <a:rPr lang="en" sz="2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Northern New Jersey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" sz="2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Northern Virginia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especially as opposed to </a:t>
            </a:r>
            <a:r>
              <a:rPr lang="en" sz="2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Manhattan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2" name="Google Shape;2622;p45"/>
          <p:cNvSpPr txBox="1"/>
          <p:nvPr>
            <p:ph idx="6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Recommendation</a:t>
            </a:r>
            <a:endParaRPr/>
          </a:p>
        </p:txBody>
      </p:sp>
      <p:pic>
        <p:nvPicPr>
          <p:cNvPr descr="File:US map-East Coast.svg - Wikimedia Commons" id="2623" name="Google Shape;2623;p45"/>
          <p:cNvPicPr preferRelativeResize="0"/>
          <p:nvPr/>
        </p:nvPicPr>
        <p:blipFill rotWithShape="1">
          <a:blip r:embed="rId3">
            <a:alphaModFix/>
          </a:blip>
          <a:srcRect b="42550" l="64604" r="0" t="3948"/>
          <a:stretch/>
        </p:blipFill>
        <p:spPr>
          <a:xfrm>
            <a:off x="5690900" y="1431025"/>
            <a:ext cx="3078349" cy="28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Star*.svg - Wikipedia" id="2624" name="Google Shape;262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605" y="2907847"/>
            <a:ext cx="274877" cy="252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Star*.svg - Wikipedia" id="2625" name="Google Shape;262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2638" y="3433646"/>
            <a:ext cx="274877" cy="252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9" name="Shape 2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Google Shape;2630;p46"/>
          <p:cNvSpPr txBox="1"/>
          <p:nvPr>
            <p:ph idx="1" type="subTitle"/>
          </p:nvPr>
        </p:nvSpPr>
        <p:spPr>
          <a:xfrm>
            <a:off x="714750" y="331345"/>
            <a:ext cx="7714500" cy="10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Used</a:t>
            </a:r>
            <a:endParaRPr/>
          </a:p>
        </p:txBody>
      </p:sp>
      <p:sp>
        <p:nvSpPr>
          <p:cNvPr id="2631" name="Google Shape;2631;p46"/>
          <p:cNvSpPr txBox="1"/>
          <p:nvPr/>
        </p:nvSpPr>
        <p:spPr>
          <a:xfrm>
            <a:off x="603700" y="1556200"/>
            <a:ext cx="8438400" cy="2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lang="en" sz="1800" u="sng">
                <a:solidFill>
                  <a:schemeClr val="hlink"/>
                </a:solidFill>
                <a:latin typeface="Hind"/>
                <a:ea typeface="Hind"/>
                <a:cs typeface="Hind"/>
                <a:sym typeface="Hind"/>
                <a:hlinkClick r:id="rId3"/>
              </a:rPr>
              <a:t>https://www.kaggle.com/code/williecosta/us-electric-utility-rates-2022#Rate-data-by-ZIP-code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lang="en" sz="1800" u="sng">
                <a:solidFill>
                  <a:schemeClr val="hlink"/>
                </a:solidFill>
                <a:latin typeface="Hind"/>
                <a:ea typeface="Hind"/>
                <a:cs typeface="Hind"/>
                <a:sym typeface="Hind"/>
                <a:hlinkClick r:id="rId4"/>
              </a:rPr>
              <a:t>https://openei.org/wiki/Utility_Rate_Database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</a:pPr>
            <a:r>
              <a:rPr lang="en" sz="1800" u="sng">
                <a:solidFill>
                  <a:schemeClr val="hlink"/>
                </a:solidFill>
                <a:latin typeface="Hind"/>
                <a:ea typeface="Hind"/>
                <a:cs typeface="Hind"/>
                <a:sym typeface="Hind"/>
                <a:hlinkClick r:id="rId5"/>
              </a:rPr>
              <a:t>https://www.postgresql.org/docs/current/spgist.html</a:t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5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p47"/>
          <p:cNvSpPr txBox="1"/>
          <p:nvPr>
            <p:ph idx="1" type="subTitle"/>
          </p:nvPr>
        </p:nvSpPr>
        <p:spPr>
          <a:xfrm>
            <a:off x="714750" y="1662794"/>
            <a:ext cx="7714500" cy="9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/>
              <a:t>Thank You</a:t>
            </a:r>
            <a:endParaRPr b="1" sz="6000"/>
          </a:p>
        </p:txBody>
      </p:sp>
      <p:sp>
        <p:nvSpPr>
          <p:cNvPr id="2637" name="Google Shape;2637;p47"/>
          <p:cNvSpPr txBox="1"/>
          <p:nvPr/>
        </p:nvSpPr>
        <p:spPr>
          <a:xfrm>
            <a:off x="3072000" y="25841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Questions?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chitecture &amp; Construction Management Company Profile by Slidesgo">
  <a:themeElements>
    <a:clrScheme name="Simple Light">
      <a:dk1>
        <a:srgbClr val="1F285F"/>
      </a:dk1>
      <a:lt1>
        <a:srgbClr val="5CE1E6"/>
      </a:lt1>
      <a:dk2>
        <a:srgbClr val="E5EFFA"/>
      </a:dk2>
      <a:lt2>
        <a:srgbClr val="FFFFFF"/>
      </a:lt2>
      <a:accent1>
        <a:srgbClr val="0055A5"/>
      </a:accent1>
      <a:accent2>
        <a:srgbClr val="003D6D"/>
      </a:accent2>
      <a:accent3>
        <a:srgbClr val="0095D5"/>
      </a:accent3>
      <a:accent4>
        <a:srgbClr val="B4E8F8"/>
      </a:accent4>
      <a:accent5>
        <a:srgbClr val="FA8282"/>
      </a:accent5>
      <a:accent6>
        <a:srgbClr val="FFFFFF"/>
      </a:accent6>
      <a:hlink>
        <a:srgbClr val="1F285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